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Illustrative example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388BFD"/>
              </a:solidFill>
            </c:spPr>
          </c:dPt>
          <c:dPt>
            <c:idx val="1"/>
            <c:spPr>
              <a:solidFill>
                <a:srgbClr val="7D8590"/>
              </a:solidFill>
            </c:spPr>
          </c:dPt>
          <c:dPt>
            <c:idx val="2"/>
            <c:spPr>
              <a:solidFill>
                <a:srgbClr val="3FB950"/>
              </a:solidFill>
            </c:spPr>
          </c:dPt>
          <c:cat>
            <c:strRef>
              <c:f>Sheet1!$A$2:$A$4</c:f>
              <c:strCache>
                <c:ptCount val="3"/>
                <c:pt idx="0">
                  <c:v>Stock Return</c:v>
                </c:pt>
                <c:pt idx="1">
                  <c:v>Market Return</c:v>
                </c:pt>
                <c:pt idx="2">
                  <c:v>CAR (α)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8.0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Top 10 — Best  (avg 48.5%)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3FB950"/>
              </a:solidFill>
            </c:spPr>
          </c:dPt>
          <c:dPt>
            <c:idx val="1"/>
            <c:spPr>
              <a:solidFill>
                <a:srgbClr val="3FB950"/>
              </a:solidFill>
            </c:spPr>
          </c:dPt>
          <c:dPt>
            <c:idx val="2"/>
            <c:spPr>
              <a:solidFill>
                <a:srgbClr val="3FB950"/>
              </a:solidFill>
            </c:spPr>
          </c:dPt>
          <c:dPt>
            <c:idx val="3"/>
            <c:spPr>
              <a:solidFill>
                <a:srgbClr val="3FB950"/>
              </a:solidFill>
            </c:spPr>
          </c:dPt>
          <c:dPt>
            <c:idx val="4"/>
            <c:spPr>
              <a:solidFill>
                <a:srgbClr val="3FB950"/>
              </a:solidFill>
            </c:spPr>
          </c:dPt>
          <c:dPt>
            <c:idx val="5"/>
            <c:spPr>
              <a:solidFill>
                <a:srgbClr val="3FB950"/>
              </a:solidFill>
            </c:spPr>
          </c:dPt>
          <c:dPt>
            <c:idx val="6"/>
            <c:spPr>
              <a:solidFill>
                <a:srgbClr val="3FB950"/>
              </a:solidFill>
            </c:spPr>
          </c:dPt>
          <c:dPt>
            <c:idx val="7"/>
            <c:spPr>
              <a:solidFill>
                <a:srgbClr val="3FB950"/>
              </a:solidFill>
            </c:spPr>
          </c:dPt>
          <c:dPt>
            <c:idx val="8"/>
            <c:spPr>
              <a:solidFill>
                <a:srgbClr val="3FB950"/>
              </a:solidFill>
            </c:spPr>
          </c:dPt>
          <c:dPt>
            <c:idx val="9"/>
            <c:spPr>
              <a:solidFill>
                <a:srgbClr val="3FB950"/>
              </a:solidFill>
            </c:spPr>
          </c:dPt>
          <c:cat>
            <c:strRef>
              <c:f>Sheet1!$A$2:$A$11</c:f>
              <c:strCache>
                <c:ptCount val="10"/>
                <c:pt idx="0">
                  <c:v>Mo Brooks  (n=24)</c:v>
                </c:pt>
                <c:pt idx="1">
                  <c:v>John F. Reed  (n=63)</c:v>
                </c:pt>
                <c:pt idx="2">
                  <c:v>Donald Sternoff Beyer Jr  (n=299)</c:v>
                </c:pt>
                <c:pt idx="3">
                  <c:v>Bradley S. Schneider  (n=22)</c:v>
                </c:pt>
                <c:pt idx="4">
                  <c:v>David P. Joyce  (n=51)</c:v>
                </c:pt>
                <c:pt idx="5">
                  <c:v>Victoria Spartz  (n=20)</c:v>
                </c:pt>
                <c:pt idx="6">
                  <c:v>Debbie Wasserman Schultz  (n=20)</c:v>
                </c:pt>
                <c:pt idx="7">
                  <c:v>John Boozman  (n=45)</c:v>
                </c:pt>
                <c:pt idx="8">
                  <c:v>Suzan K. Delbene  (n=21)</c:v>
                </c:pt>
                <c:pt idx="9">
                  <c:v>Dan Sullivan  (n=35)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62.5</c:v>
                </c:pt>
                <c:pt idx="1">
                  <c:v>63.49206349206349</c:v>
                </c:pt>
                <c:pt idx="2">
                  <c:v>63.54515050167224</c:v>
                </c:pt>
                <c:pt idx="3">
                  <c:v>68.18181818181817</c:v>
                </c:pt>
                <c:pt idx="4">
                  <c:v>68.62745098039215</c:v>
                </c:pt>
                <c:pt idx="5">
                  <c:v>70.0</c:v>
                </c:pt>
                <c:pt idx="6">
                  <c:v>75.0</c:v>
                </c:pt>
                <c:pt idx="7">
                  <c:v>75.55555555555556</c:v>
                </c:pt>
                <c:pt idx="8">
                  <c:v>80.95238095238095</c:v>
                </c:pt>
                <c:pt idx="9">
                  <c:v>82.85714285714286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rPr>
                    <a:solidFill>
                      <a:srgbClr val="7D8590"/>
                    </a:solidFill>
                  </a:rPr>
                  <a:t>% Trades Beating Market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Bottom 10 — Worst  (avg 48.5%)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dPt>
            <c:idx val="4"/>
            <c:spPr>
              <a:solidFill>
                <a:srgbClr val="F85149"/>
              </a:solidFill>
            </c:spPr>
          </c:dPt>
          <c:dPt>
            <c:idx val="5"/>
            <c:spPr>
              <a:solidFill>
                <a:srgbClr val="F85149"/>
              </a:solidFill>
            </c:spPr>
          </c:dPt>
          <c:dPt>
            <c:idx val="6"/>
            <c:spPr>
              <a:solidFill>
                <a:srgbClr val="F85149"/>
              </a:solidFill>
            </c:spPr>
          </c:dPt>
          <c:dPt>
            <c:idx val="7"/>
            <c:spPr>
              <a:solidFill>
                <a:srgbClr val="F85149"/>
              </a:solidFill>
            </c:spPr>
          </c:dPt>
          <c:dPt>
            <c:idx val="8"/>
            <c:spPr>
              <a:solidFill>
                <a:srgbClr val="F85149"/>
              </a:solidFill>
            </c:spPr>
          </c:dPt>
          <c:dPt>
            <c:idx val="9"/>
            <c:spPr>
              <a:solidFill>
                <a:srgbClr val="F85149"/>
              </a:solidFill>
            </c:spPr>
          </c:dPt>
          <c:cat>
            <c:strRef>
              <c:f>Sheet1!$A$2:$A$11</c:f>
              <c:strCache>
                <c:ptCount val="10"/>
                <c:pt idx="0">
                  <c:v>C. Scott Franklin  (n=26)</c:v>
                </c:pt>
                <c:pt idx="1">
                  <c:v>Daniel Meuser  (n=26)</c:v>
                </c:pt>
                <c:pt idx="2">
                  <c:v>Mrs. Marjorie Taylor Greene  (n=22)</c:v>
                </c:pt>
                <c:pt idx="3">
                  <c:v>Tom Malinowski  (n=104)</c:v>
                </c:pt>
                <c:pt idx="4">
                  <c:v>Carol Devine Miller  (n=55)</c:v>
                </c:pt>
                <c:pt idx="5">
                  <c:v>James Comer  (n=27)</c:v>
                </c:pt>
                <c:pt idx="6">
                  <c:v>Austin Scott  (n=35)</c:v>
                </c:pt>
                <c:pt idx="7">
                  <c:v>Michael Patrick Guest  (n=43)</c:v>
                </c:pt>
                <c:pt idx="8">
                  <c:v>Patrick Fallon  (n=57)</c:v>
                </c:pt>
                <c:pt idx="9">
                  <c:v>Daniel Goldman  (n=307)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15.384615384615385</c:v>
                </c:pt>
                <c:pt idx="1">
                  <c:v>26.923076923076923</c:v>
                </c:pt>
                <c:pt idx="2">
                  <c:v>27.27272727272727</c:v>
                </c:pt>
                <c:pt idx="3">
                  <c:v>29.807692307692307</c:v>
                </c:pt>
                <c:pt idx="4">
                  <c:v>30.909090909090907</c:v>
                </c:pt>
                <c:pt idx="5">
                  <c:v>33.33333333333333</c:v>
                </c:pt>
                <c:pt idx="6">
                  <c:v>34.285714285714285</c:v>
                </c:pt>
                <c:pt idx="7">
                  <c:v>34.883720930232556</c:v>
                </c:pt>
                <c:pt idx="8">
                  <c:v>35.08771929824561</c:v>
                </c:pt>
                <c:pt idx="9">
                  <c:v>35.17915309446254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rPr>
                    <a:solidFill>
                      <a:srgbClr val="7D8590"/>
                    </a:solidFill>
                  </a:rPr>
                  <a:t>% Trades Beating Market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>
                <a:solidFill>
                  <a:srgbClr val="7D8590"/>
                </a:solidFill>
              </a:rPr>
              <a:t>Net winners vs losers</a:t>
            </a:r>
          </a:p>
          <a:p>
            <a:r>
              <a:t>(min 20 trades, n=101)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3FB950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cat>
            <c:strRef>
              <c:f>Sheet1!$A$2:$A$3</c:f>
              <c:strCache>
                <c:ptCount val="2"/>
                <c:pt idx="0">
                  <c:v>Win rate &gt; 50%  (41)</c:v>
                </c:pt>
                <c:pt idx="1">
                  <c:v>Win rate &lt;= 50%  (60)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41.0</c:v>
                </c:pt>
                <c:pt idx="1">
                  <c:v>60.0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0F111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  <c:spPr>
        <a:solidFill>
          <a:srgbClr val="161B22"/>
        </a:solidFill>
      </c:spPr>
    </c:plotArea>
    <c:legend>
      <c:legendPos val="b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Trade Volume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Sheet1!$A$2:$A$42</c:f>
              <c:strCache>
                <c:ptCount val="41"/>
                <c:pt idx="0">
                  <c:v>2015Q1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2016Q1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2017Q1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2018Q1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2019Q1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2020Q1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2021Q1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2022Q1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2023Q1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2024Q1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2025Q1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89.0</c:v>
                </c:pt>
                <c:pt idx="1">
                  <c:v>95.0</c:v>
                </c:pt>
                <c:pt idx="2">
                  <c:v>117.0</c:v>
                </c:pt>
                <c:pt idx="3">
                  <c:v>2.0</c:v>
                </c:pt>
                <c:pt idx="4">
                  <c:v>108.0</c:v>
                </c:pt>
                <c:pt idx="5">
                  <c:v>116.0</c:v>
                </c:pt>
                <c:pt idx="6">
                  <c:v>78.0</c:v>
                </c:pt>
                <c:pt idx="7">
                  <c:v>115.0</c:v>
                </c:pt>
                <c:pt idx="8">
                  <c:v>190.0</c:v>
                </c:pt>
                <c:pt idx="9">
                  <c:v>92.0</c:v>
                </c:pt>
                <c:pt idx="10">
                  <c:v>132.0</c:v>
                </c:pt>
                <c:pt idx="11">
                  <c:v>168.0</c:v>
                </c:pt>
                <c:pt idx="12">
                  <c:v>124.0</c:v>
                </c:pt>
                <c:pt idx="13">
                  <c:v>317.0</c:v>
                </c:pt>
                <c:pt idx="14">
                  <c:v>710.0</c:v>
                </c:pt>
                <c:pt idx="15">
                  <c:v>496.0</c:v>
                </c:pt>
                <c:pt idx="16">
                  <c:v>658.0</c:v>
                </c:pt>
                <c:pt idx="17">
                  <c:v>543.0</c:v>
                </c:pt>
                <c:pt idx="18">
                  <c:v>388.0</c:v>
                </c:pt>
                <c:pt idx="19">
                  <c:v>545.0</c:v>
                </c:pt>
                <c:pt idx="20">
                  <c:v>651.0</c:v>
                </c:pt>
                <c:pt idx="21">
                  <c:v>1208.0</c:v>
                </c:pt>
                <c:pt idx="22">
                  <c:v>707.0</c:v>
                </c:pt>
                <c:pt idx="23">
                  <c:v>683.0</c:v>
                </c:pt>
                <c:pt idx="24">
                  <c:v>568.0</c:v>
                </c:pt>
                <c:pt idx="25">
                  <c:v>501.0</c:v>
                </c:pt>
                <c:pt idx="26">
                  <c:v>804.0</c:v>
                </c:pt>
                <c:pt idx="27">
                  <c:v>475.0</c:v>
                </c:pt>
                <c:pt idx="28">
                  <c:v>401.0</c:v>
                </c:pt>
                <c:pt idx="29">
                  <c:v>312.0</c:v>
                </c:pt>
                <c:pt idx="30">
                  <c:v>472.0</c:v>
                </c:pt>
                <c:pt idx="31">
                  <c:v>355.0</c:v>
                </c:pt>
                <c:pt idx="32">
                  <c:v>351.0</c:v>
                </c:pt>
                <c:pt idx="33">
                  <c:v>509.0</c:v>
                </c:pt>
                <c:pt idx="34">
                  <c:v>284.0</c:v>
                </c:pt>
                <c:pt idx="35">
                  <c:v>406.0</c:v>
                </c:pt>
                <c:pt idx="36">
                  <c:v>283.0</c:v>
                </c:pt>
                <c:pt idx="37">
                  <c:v>189.0</c:v>
                </c:pt>
                <c:pt idx="38">
                  <c:v>496.0</c:v>
                </c:pt>
                <c:pt idx="39">
                  <c:v>248.0</c:v>
                </c:pt>
                <c:pt idx="40">
                  <c:v>131.0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41"/>
                <c:pt idx="0">
                  <c:v>47.19101123595505</c:v>
                </c:pt>
                <c:pt idx="1">
                  <c:v>32.631578947368425</c:v>
                </c:pt>
                <c:pt idx="2">
                  <c:v>50.427350427350426</c:v>
                </c:pt>
                <c:pt idx="3">
                  <c:v>100.0</c:v>
                </c:pt>
                <c:pt idx="4">
                  <c:v>80.55555555555556</c:v>
                </c:pt>
                <c:pt idx="5">
                  <c:v>56.896551724137936</c:v>
                </c:pt>
                <c:pt idx="6">
                  <c:v>52.56410256410257</c:v>
                </c:pt>
                <c:pt idx="7">
                  <c:v>46.95652173913044</c:v>
                </c:pt>
                <c:pt idx="8">
                  <c:v>37.368421052631575</c:v>
                </c:pt>
                <c:pt idx="9">
                  <c:v>53.2608695652174</c:v>
                </c:pt>
                <c:pt idx="10">
                  <c:v>65.15151515151516</c:v>
                </c:pt>
                <c:pt idx="11">
                  <c:v>44.047619047619044</c:v>
                </c:pt>
                <c:pt idx="12">
                  <c:v>51.61290322580645</c:v>
                </c:pt>
                <c:pt idx="13">
                  <c:v>56.15141955835961</c:v>
                </c:pt>
                <c:pt idx="14">
                  <c:v>49.15492957746479</c:v>
                </c:pt>
                <c:pt idx="15">
                  <c:v>55.24193548387096</c:v>
                </c:pt>
                <c:pt idx="16">
                  <c:v>48.632218844984806</c:v>
                </c:pt>
                <c:pt idx="17">
                  <c:v>46.408839779005525</c:v>
                </c:pt>
                <c:pt idx="18">
                  <c:v>44.84536082474227</c:v>
                </c:pt>
                <c:pt idx="19">
                  <c:v>50.091743119266056</c:v>
                </c:pt>
                <c:pt idx="20">
                  <c:v>52.38095238095239</c:v>
                </c:pt>
                <c:pt idx="21">
                  <c:v>55.4635761589404</c:v>
                </c:pt>
                <c:pt idx="22">
                  <c:v>49.929278642149924</c:v>
                </c:pt>
                <c:pt idx="23">
                  <c:v>49.780380673499266</c:v>
                </c:pt>
                <c:pt idx="24">
                  <c:v>42.07746478873239</c:v>
                </c:pt>
                <c:pt idx="25">
                  <c:v>45.309381237524946</c:v>
                </c:pt>
                <c:pt idx="26">
                  <c:v>44.90049751243781</c:v>
                </c:pt>
                <c:pt idx="27">
                  <c:v>48.421052631578945</c:v>
                </c:pt>
                <c:pt idx="28">
                  <c:v>53.11720698254364</c:v>
                </c:pt>
                <c:pt idx="29">
                  <c:v>52.243589743589745</c:v>
                </c:pt>
                <c:pt idx="30">
                  <c:v>43.22033898305085</c:v>
                </c:pt>
                <c:pt idx="31">
                  <c:v>50.140845070422536</c:v>
                </c:pt>
                <c:pt idx="32">
                  <c:v>37.03703703703704</c:v>
                </c:pt>
                <c:pt idx="33">
                  <c:v>40.86444007858546</c:v>
                </c:pt>
                <c:pt idx="34">
                  <c:v>42.6056338028169</c:v>
                </c:pt>
                <c:pt idx="35">
                  <c:v>45.320197044334975</c:v>
                </c:pt>
                <c:pt idx="36">
                  <c:v>44.87632508833922</c:v>
                </c:pt>
                <c:pt idx="37">
                  <c:v>42.857142857142854</c:v>
                </c:pt>
                <c:pt idx="38">
                  <c:v>44.95967741935484</c:v>
                </c:pt>
                <c:pt idx="39">
                  <c:v>49.596774193548384</c:v>
                </c:pt>
                <c:pt idx="40">
                  <c:v>51.908396946564885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1"/>
        <c:crosses val="max"/>
        <c:tickLblPos val="nextT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Past Win Rate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-0.11819220525425</c:v>
                </c:pt>
                <c:pt idx="1">
                  <c:v>-1.27534509179536</c:v>
                </c:pt>
                <c:pt idx="2">
                  <c:v>-1.1403911027400702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3"/>
                <c:pt idx="0">
                  <c:v>49.53157720709798</c:v>
                </c:pt>
                <c:pt idx="1">
                  <c:v>46.86586554075999</c:v>
                </c:pt>
                <c:pt idx="2">
                  <c:v>46.9814502529511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1"/>
        <c:crosses val="max"/>
        <c:tickLblPos val="nextT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Past Avg. Market-Adj. Return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dPt>
            <c:idx val="0"/>
            <c:spPr>
              <a:solidFill>
                <a:srgbClr val="3FB950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0.012731605690719999</c:v>
                </c:pt>
                <c:pt idx="1">
                  <c:v>-0.57518232791571</c:v>
                </c:pt>
                <c:pt idx="2">
                  <c:v>-0.864960901934265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3"/>
                <c:pt idx="0">
                  <c:v>50.03257328990228</c:v>
                </c:pt>
                <c:pt idx="1">
                  <c:v>48.23698463579087</c:v>
                </c:pt>
                <c:pt idx="2">
                  <c:v>47.66666666666667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1"/>
        <c:crosses val="max"/>
        <c:tickLblPos val="nextT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 committee</c:v>
                </c:pt>
              </c:strCache>
            </c:strRef>
          </c:tx>
          <c:spPr>
            <a:solidFill>
              <a:srgbClr val="F0883E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Defense &amp; Security</c:v>
                </c:pt>
                <c:pt idx="1">
                  <c:v>Finance &amp; Housing</c:v>
                </c:pt>
                <c:pt idx="2">
                  <c:v>Fiscal Policy</c:v>
                </c:pt>
                <c:pt idx="3">
                  <c:v>Health &amp; Labor</c:v>
                </c:pt>
                <c:pt idx="4">
                  <c:v>Commerce &amp; Tech</c:v>
                </c:pt>
                <c:pt idx="5">
                  <c:v>Committee Chair</c:v>
                </c:pt>
                <c:pt idx="6">
                  <c:v>Majority Party</c:v>
                </c:pt>
                <c:pt idx="7">
                  <c:v>Lobbied (90d)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48.939828080229226</c:v>
                </c:pt>
                <c:pt idx="1">
                  <c:v>47.116843702579665</c:v>
                </c:pt>
                <c:pt idx="2">
                  <c:v>50.78864353312302</c:v>
                </c:pt>
                <c:pt idx="3">
                  <c:v>47.574893009985736</c:v>
                </c:pt>
                <c:pt idx="4">
                  <c:v>54.27350427350427</c:v>
                </c:pt>
                <c:pt idx="5">
                  <c:v>50.07112375533428</c:v>
                </c:pt>
                <c:pt idx="6">
                  <c:v>51.643385373870174</c:v>
                </c:pt>
                <c:pt idx="7">
                  <c:v>57.05458290422245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on committee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Defense &amp; Security</c:v>
                </c:pt>
                <c:pt idx="1">
                  <c:v>Finance &amp; Housing</c:v>
                </c:pt>
                <c:pt idx="2">
                  <c:v>Fiscal Policy</c:v>
                </c:pt>
                <c:pt idx="3">
                  <c:v>Health &amp; Labor</c:v>
                </c:pt>
                <c:pt idx="4">
                  <c:v>Commerce &amp; Tech</c:v>
                </c:pt>
                <c:pt idx="5">
                  <c:v>Committee Chair</c:v>
                </c:pt>
                <c:pt idx="6">
                  <c:v>Majority Party</c:v>
                </c:pt>
                <c:pt idx="7">
                  <c:v>Lobbied (90d)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48.352971531779474</c:v>
                </c:pt>
                <c:pt idx="1">
                  <c:v>48.778142777021074</c:v>
                </c:pt>
                <c:pt idx="2">
                  <c:v>48.09272755465964</c:v>
                </c:pt>
                <c:pt idx="3">
                  <c:v>48.69649963453261</c:v>
                </c:pt>
                <c:pt idx="4">
                  <c:v>48.206729101630245</c:v>
                </c:pt>
                <c:pt idx="5">
                  <c:v>48.326161476187</c:v>
                </c:pt>
                <c:pt idx="6">
                  <c:v>47.882992982732794</c:v>
                </c:pt>
                <c:pt idx="7">
                  <c:v>47.900466562986004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 Trades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75%</c:v>
                </c:pt>
                <c:pt idx="6">
                  <c:v>80%</c:v>
                </c:pt>
                <c:pt idx="7">
                  <c:v>85%</c:v>
                </c:pt>
                <c:pt idx="8">
                  <c:v>90%</c:v>
                </c:pt>
                <c:pt idx="9">
                  <c:v>95%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1472.0</c:v>
                </c:pt>
                <c:pt idx="1">
                  <c:v>1296.0</c:v>
                </c:pt>
                <c:pt idx="2">
                  <c:v>1083.0</c:v>
                </c:pt>
                <c:pt idx="3">
                  <c:v>894.0</c:v>
                </c:pt>
                <c:pt idx="4">
                  <c:v>743.0</c:v>
                </c:pt>
                <c:pt idx="5">
                  <c:v>558.0</c:v>
                </c:pt>
                <c:pt idx="6">
                  <c:v>395.0</c:v>
                </c:pt>
                <c:pt idx="7">
                  <c:v>249.0</c:v>
                </c:pt>
                <c:pt idx="8">
                  <c:v>147.0</c:v>
                </c:pt>
                <c:pt idx="9">
                  <c:v>48.0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 (base 44.5%)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47.01086956521739</c:v>
                </c:pt>
                <c:pt idx="1">
                  <c:v>45.75617283950617</c:v>
                </c:pt>
                <c:pt idx="2">
                  <c:v>46.35272391505079</c:v>
                </c:pt>
                <c:pt idx="3">
                  <c:v>46.5324384787472</c:v>
                </c:pt>
                <c:pt idx="4">
                  <c:v>46.56796769851951</c:v>
                </c:pt>
                <c:pt idx="5">
                  <c:v>46.415770609319</c:v>
                </c:pt>
                <c:pt idx="6">
                  <c:v>48.860759493670884</c:v>
                </c:pt>
                <c:pt idx="7">
                  <c:v>53.01204819277109</c:v>
                </c:pt>
                <c:pt idx="8">
                  <c:v>51.02040816326531</c:v>
                </c:pt>
                <c:pt idx="9">
                  <c:v>47.91666666666667</c:v>
                </c:pt>
              </c:numCache>
            </c:numRef>
          </c:val>
        </c:ser>
        <c:ser>
          <c:idx val="2"/>
          <c:order val="2"/>
          <c:tx>
            <c:v>Median CAR % (base -1.9%)</c:v>
          </c:tx>
          <c:spPr>
            <a:ln w="25400">
              <a:solidFill>
                <a:srgbClr val="3FB950"/>
              </a:solidFill>
            </a:ln>
          </c:spPr>
          <c:marker>
            <c:symbol val="squar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-0.884161740355165</c:v>
                </c:pt>
                <c:pt idx="1">
                  <c:v>-1.33266981203465</c:v>
                </c:pt>
                <c:pt idx="2">
                  <c:v>-1.06606903679315</c:v>
                </c:pt>
                <c:pt idx="3">
                  <c:v>-0.966764834977</c:v>
                </c:pt>
                <c:pt idx="4">
                  <c:v>-0.8621001236463101</c:v>
                </c:pt>
                <c:pt idx="5">
                  <c:v>-0.966764834977</c:v>
                </c:pt>
                <c:pt idx="6">
                  <c:v>-0.14508565187077</c:v>
                </c:pt>
                <c:pt idx="7">
                  <c:v>0.6675668516572699</c:v>
                </c:pt>
                <c:pt idx="8">
                  <c:v>0.44851055022903996</c:v>
                </c:pt>
                <c:pt idx="9">
                  <c:v>-0.14508565187077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1"/>
        <c:crosses val="max"/>
        <c:tickLblPos val="nextT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Feature Importances (top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388BFD"/>
              </a:solidFill>
            </c:spPr>
          </c:dPt>
          <c:dPt>
            <c:idx val="1"/>
            <c:spPr>
              <a:solidFill>
                <a:srgbClr val="388BFD"/>
              </a:solidFill>
            </c:spPr>
          </c:dPt>
          <c:dPt>
            <c:idx val="2"/>
            <c:spPr>
              <a:solidFill>
                <a:srgbClr val="388BFD"/>
              </a:solidFill>
            </c:spPr>
          </c:dPt>
          <c:dPt>
            <c:idx val="3"/>
            <c:spPr>
              <a:solidFill>
                <a:srgbClr val="388BFD"/>
              </a:solidFill>
            </c:spPr>
          </c:dPt>
          <c:dPt>
            <c:idx val="4"/>
            <c:spPr>
              <a:solidFill>
                <a:srgbClr val="388BFD"/>
              </a:solidFill>
            </c:spPr>
          </c:dPt>
          <c:dPt>
            <c:idx val="5"/>
            <c:spPr>
              <a:solidFill>
                <a:srgbClr val="388BFD"/>
              </a:solidFill>
            </c:spPr>
          </c:dPt>
          <c:dPt>
            <c:idx val="6"/>
            <c:spPr>
              <a:solidFill>
                <a:srgbClr val="388BFD"/>
              </a:solidFill>
            </c:spPr>
          </c:dPt>
          <c:dPt>
            <c:idx val="7"/>
            <c:spPr>
              <a:solidFill>
                <a:srgbClr val="388BFD"/>
              </a:solidFill>
            </c:spPr>
          </c:dPt>
          <c:dPt>
            <c:idx val="8"/>
            <c:spPr>
              <a:solidFill>
                <a:srgbClr val="388BFD"/>
              </a:solidFill>
            </c:spPr>
          </c:dPt>
          <c:dPt>
            <c:idx val="9"/>
            <c:spPr>
              <a:solidFill>
                <a:srgbClr val="388BFD"/>
              </a:solidFill>
            </c:spPr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Other politicians selling same stock (30d)</c:v>
                </c:pt>
                <c:pt idx="2">
                  <c:v>Tier-2 committee–industry overlap</c:v>
                </c:pt>
                <c:pt idx="3">
                  <c:v>Member of Energy &amp; Environment committee</c:v>
                </c:pt>
                <c:pt idx="4">
                  <c:v>Politician's past avg. return (realized)</c:v>
                </c:pt>
                <c:pt idx="5">
                  <c:v>House vs Senate</c:v>
                </c:pt>
                <c:pt idx="6">
                  <c:v>Tier-1 committee–industry overlap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0.030760383233428</c:v>
                </c:pt>
                <c:pt idx="1">
                  <c:v>0.030806133523583412</c:v>
                </c:pt>
                <c:pt idx="2">
                  <c:v>0.031199920922517776</c:v>
                </c:pt>
                <c:pt idx="3">
                  <c:v>0.03122120164334774</c:v>
                </c:pt>
                <c:pt idx="4">
                  <c:v>0.03122626803815365</c:v>
                </c:pt>
                <c:pt idx="5">
                  <c:v>0.03133426606655121</c:v>
                </c:pt>
                <c:pt idx="6">
                  <c:v>0.03211098909378052</c:v>
                </c:pt>
                <c:pt idx="7">
                  <c:v>0.037880789488554</c:v>
                </c:pt>
                <c:pt idx="8">
                  <c:v>0.04165668413043022</c:v>
                </c:pt>
                <c:pt idx="9">
                  <c:v>0.0503784641623497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(thr=0.6)</c:v>
                </c:pt>
              </c:strCache>
            </c:strRef>
          </c:tx>
          <c:spPr>
            <a:ln w="25400">
              <a:solidFill>
                <a:srgbClr val="3FB950"/>
              </a:solidFill>
            </a:ln>
          </c:spPr>
          <c:marker>
            <c:symbol val="none"/>
            <c:spPr>
              <a:solidFill>
                <a:srgbClr val="3FB950"/>
              </a:solidFill>
            </c:spPr>
          </c:marker>
          <c:cat>
            <c:strRef>
              <c:f>Sheet1!$A$2:$A$3026</c:f>
              <c:strCache>
                <c:ptCount val="3025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>302</c:v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>604</c:v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/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/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>906</c:v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/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/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  <c:pt idx="1106">
                  <c:v/>
                </c:pt>
                <c:pt idx="1107">
                  <c:v/>
                </c:pt>
                <c:pt idx="1108">
                  <c:v/>
                </c:pt>
                <c:pt idx="1109">
                  <c:v/>
                </c:pt>
                <c:pt idx="1110">
                  <c:v/>
                </c:pt>
                <c:pt idx="1111">
                  <c:v/>
                </c:pt>
                <c:pt idx="1112">
                  <c:v/>
                </c:pt>
                <c:pt idx="1113">
                  <c:v/>
                </c:pt>
                <c:pt idx="1114">
                  <c:v/>
                </c:pt>
                <c:pt idx="1115">
                  <c:v/>
                </c:pt>
                <c:pt idx="1116">
                  <c:v/>
                </c:pt>
                <c:pt idx="1117">
                  <c:v/>
                </c:pt>
                <c:pt idx="1118">
                  <c:v/>
                </c:pt>
                <c:pt idx="1119">
                  <c:v/>
                </c:pt>
                <c:pt idx="1120">
                  <c:v/>
                </c:pt>
                <c:pt idx="1121">
                  <c:v/>
                </c:pt>
                <c:pt idx="1122">
                  <c:v/>
                </c:pt>
                <c:pt idx="1123">
                  <c:v/>
                </c:pt>
                <c:pt idx="1124">
                  <c:v/>
                </c:pt>
                <c:pt idx="1125">
                  <c:v/>
                </c:pt>
                <c:pt idx="1126">
                  <c:v/>
                </c:pt>
                <c:pt idx="1127">
                  <c:v/>
                </c:pt>
                <c:pt idx="1128">
                  <c:v/>
                </c:pt>
                <c:pt idx="1129">
                  <c:v/>
                </c:pt>
                <c:pt idx="1130">
                  <c:v/>
                </c:pt>
                <c:pt idx="1131">
                  <c:v/>
                </c:pt>
                <c:pt idx="1132">
                  <c:v/>
                </c:pt>
                <c:pt idx="1133">
                  <c:v/>
                </c:pt>
                <c:pt idx="1134">
                  <c:v/>
                </c:pt>
                <c:pt idx="1135">
                  <c:v/>
                </c:pt>
                <c:pt idx="1136">
                  <c:v/>
                </c:pt>
                <c:pt idx="1137">
                  <c:v/>
                </c:pt>
                <c:pt idx="1138">
                  <c:v/>
                </c:pt>
                <c:pt idx="1139">
                  <c:v/>
                </c:pt>
                <c:pt idx="1140">
                  <c:v/>
                </c:pt>
                <c:pt idx="1141">
                  <c:v/>
                </c:pt>
                <c:pt idx="1142">
                  <c:v/>
                </c:pt>
                <c:pt idx="1143">
                  <c:v/>
                </c:pt>
                <c:pt idx="1144">
                  <c:v/>
                </c:pt>
                <c:pt idx="1145">
                  <c:v/>
                </c:pt>
                <c:pt idx="1146">
                  <c:v/>
                </c:pt>
                <c:pt idx="1147">
                  <c:v/>
                </c:pt>
                <c:pt idx="1148">
                  <c:v/>
                </c:pt>
                <c:pt idx="1149">
                  <c:v/>
                </c:pt>
                <c:pt idx="1150">
                  <c:v/>
                </c:pt>
                <c:pt idx="1151">
                  <c:v/>
                </c:pt>
                <c:pt idx="1152">
                  <c:v/>
                </c:pt>
                <c:pt idx="1153">
                  <c:v/>
                </c:pt>
                <c:pt idx="1154">
                  <c:v/>
                </c:pt>
                <c:pt idx="1155">
                  <c:v/>
                </c:pt>
                <c:pt idx="1156">
                  <c:v/>
                </c:pt>
                <c:pt idx="1157">
                  <c:v/>
                </c:pt>
                <c:pt idx="1158">
                  <c:v/>
                </c:pt>
                <c:pt idx="1159">
                  <c:v/>
                </c:pt>
                <c:pt idx="1160">
                  <c:v/>
                </c:pt>
                <c:pt idx="1161">
                  <c:v/>
                </c:pt>
                <c:pt idx="1162">
                  <c:v/>
                </c:pt>
                <c:pt idx="1163">
                  <c:v/>
                </c:pt>
                <c:pt idx="1164">
                  <c:v/>
                </c:pt>
                <c:pt idx="1165">
                  <c:v/>
                </c:pt>
                <c:pt idx="1166">
                  <c:v/>
                </c:pt>
                <c:pt idx="1167">
                  <c:v/>
                </c:pt>
                <c:pt idx="1168">
                  <c:v/>
                </c:pt>
                <c:pt idx="1169">
                  <c:v/>
                </c:pt>
                <c:pt idx="1170">
                  <c:v/>
                </c:pt>
                <c:pt idx="1171">
                  <c:v/>
                </c:pt>
                <c:pt idx="1172">
                  <c:v/>
                </c:pt>
                <c:pt idx="1173">
                  <c:v/>
                </c:pt>
                <c:pt idx="1174">
                  <c:v/>
                </c:pt>
                <c:pt idx="1175">
                  <c:v/>
                </c:pt>
                <c:pt idx="1176">
                  <c:v/>
                </c:pt>
                <c:pt idx="1177">
                  <c:v/>
                </c:pt>
                <c:pt idx="1178">
                  <c:v/>
                </c:pt>
                <c:pt idx="1179">
                  <c:v/>
                </c:pt>
                <c:pt idx="1180">
                  <c:v/>
                </c:pt>
                <c:pt idx="1181">
                  <c:v/>
                </c:pt>
                <c:pt idx="1182">
                  <c:v/>
                </c:pt>
                <c:pt idx="1183">
                  <c:v/>
                </c:pt>
                <c:pt idx="1184">
                  <c:v/>
                </c:pt>
                <c:pt idx="1185">
                  <c:v/>
                </c:pt>
                <c:pt idx="1186">
                  <c:v/>
                </c:pt>
                <c:pt idx="1187">
                  <c:v/>
                </c:pt>
                <c:pt idx="1188">
                  <c:v/>
                </c:pt>
                <c:pt idx="1189">
                  <c:v/>
                </c:pt>
                <c:pt idx="1190">
                  <c:v/>
                </c:pt>
                <c:pt idx="1191">
                  <c:v/>
                </c:pt>
                <c:pt idx="1192">
                  <c:v/>
                </c:pt>
                <c:pt idx="1193">
                  <c:v/>
                </c:pt>
                <c:pt idx="1194">
                  <c:v/>
                </c:pt>
                <c:pt idx="1195">
                  <c:v/>
                </c:pt>
                <c:pt idx="1196">
                  <c:v/>
                </c:pt>
                <c:pt idx="1197">
                  <c:v/>
                </c:pt>
                <c:pt idx="1198">
                  <c:v/>
                </c:pt>
                <c:pt idx="1199">
                  <c:v/>
                </c:pt>
                <c:pt idx="1200">
                  <c:v/>
                </c:pt>
                <c:pt idx="1201">
                  <c:v/>
                </c:pt>
                <c:pt idx="1202">
                  <c:v/>
                </c:pt>
                <c:pt idx="1203">
                  <c:v/>
                </c:pt>
                <c:pt idx="1204">
                  <c:v/>
                </c:pt>
                <c:pt idx="1205">
                  <c:v/>
                </c:pt>
                <c:pt idx="1206">
                  <c:v/>
                </c:pt>
                <c:pt idx="1207">
                  <c:v/>
                </c:pt>
                <c:pt idx="1208">
                  <c:v>1208</c:v>
                </c:pt>
                <c:pt idx="1209">
                  <c:v/>
                </c:pt>
                <c:pt idx="1210">
                  <c:v/>
                </c:pt>
                <c:pt idx="1211">
                  <c:v/>
                </c:pt>
                <c:pt idx="1212">
                  <c:v/>
                </c:pt>
                <c:pt idx="1213">
                  <c:v/>
                </c:pt>
                <c:pt idx="1214">
                  <c:v/>
                </c:pt>
                <c:pt idx="1215">
                  <c:v/>
                </c:pt>
                <c:pt idx="1216">
                  <c:v/>
                </c:pt>
                <c:pt idx="1217">
                  <c:v/>
                </c:pt>
                <c:pt idx="1218">
                  <c:v/>
                </c:pt>
                <c:pt idx="1219">
                  <c:v/>
                </c:pt>
                <c:pt idx="1220">
                  <c:v/>
                </c:pt>
                <c:pt idx="1221">
                  <c:v/>
                </c:pt>
                <c:pt idx="1222">
                  <c:v/>
                </c:pt>
                <c:pt idx="1223">
                  <c:v/>
                </c:pt>
                <c:pt idx="1224">
                  <c:v/>
                </c:pt>
                <c:pt idx="1225">
                  <c:v/>
                </c:pt>
                <c:pt idx="1226">
                  <c:v/>
                </c:pt>
                <c:pt idx="1227">
                  <c:v/>
                </c:pt>
                <c:pt idx="1228">
                  <c:v/>
                </c:pt>
                <c:pt idx="1229">
                  <c:v/>
                </c:pt>
                <c:pt idx="1230">
                  <c:v/>
                </c:pt>
                <c:pt idx="1231">
                  <c:v/>
                </c:pt>
                <c:pt idx="1232">
                  <c:v/>
                </c:pt>
                <c:pt idx="1233">
                  <c:v/>
                </c:pt>
                <c:pt idx="1234">
                  <c:v/>
                </c:pt>
                <c:pt idx="1235">
                  <c:v/>
                </c:pt>
                <c:pt idx="1236">
                  <c:v/>
                </c:pt>
                <c:pt idx="1237">
                  <c:v/>
                </c:pt>
                <c:pt idx="1238">
                  <c:v/>
                </c:pt>
                <c:pt idx="1239">
                  <c:v/>
                </c:pt>
                <c:pt idx="1240">
                  <c:v/>
                </c:pt>
                <c:pt idx="1241">
                  <c:v/>
                </c:pt>
                <c:pt idx="1242">
                  <c:v/>
                </c:pt>
                <c:pt idx="1243">
                  <c:v/>
                </c:pt>
                <c:pt idx="1244">
                  <c:v/>
                </c:pt>
                <c:pt idx="1245">
                  <c:v/>
                </c:pt>
                <c:pt idx="1246">
                  <c:v/>
                </c:pt>
                <c:pt idx="1247">
                  <c:v/>
                </c:pt>
                <c:pt idx="1248">
                  <c:v/>
                </c:pt>
                <c:pt idx="1249">
                  <c:v/>
                </c:pt>
                <c:pt idx="1250">
                  <c:v/>
                </c:pt>
                <c:pt idx="1251">
                  <c:v/>
                </c:pt>
                <c:pt idx="1252">
                  <c:v/>
                </c:pt>
                <c:pt idx="1253">
                  <c:v/>
                </c:pt>
                <c:pt idx="1254">
                  <c:v/>
                </c:pt>
                <c:pt idx="1255">
                  <c:v/>
                </c:pt>
                <c:pt idx="1256">
                  <c:v/>
                </c:pt>
                <c:pt idx="1257">
                  <c:v/>
                </c:pt>
                <c:pt idx="1258">
                  <c:v/>
                </c:pt>
                <c:pt idx="1259">
                  <c:v/>
                </c:pt>
                <c:pt idx="1260">
                  <c:v/>
                </c:pt>
                <c:pt idx="1261">
                  <c:v/>
                </c:pt>
                <c:pt idx="1262">
                  <c:v/>
                </c:pt>
                <c:pt idx="1263">
                  <c:v/>
                </c:pt>
                <c:pt idx="1264">
                  <c:v/>
                </c:pt>
                <c:pt idx="1265">
                  <c:v/>
                </c:pt>
                <c:pt idx="1266">
                  <c:v/>
                </c:pt>
                <c:pt idx="1267">
                  <c:v/>
                </c:pt>
                <c:pt idx="1268">
                  <c:v/>
                </c:pt>
                <c:pt idx="1269">
                  <c:v/>
                </c:pt>
                <c:pt idx="1270">
                  <c:v/>
                </c:pt>
                <c:pt idx="1271">
                  <c:v/>
                </c:pt>
                <c:pt idx="1272">
                  <c:v/>
                </c:pt>
                <c:pt idx="1273">
                  <c:v/>
                </c:pt>
                <c:pt idx="1274">
                  <c:v/>
                </c:pt>
                <c:pt idx="1275">
                  <c:v/>
                </c:pt>
                <c:pt idx="1276">
                  <c:v/>
                </c:pt>
                <c:pt idx="1277">
                  <c:v/>
                </c:pt>
                <c:pt idx="1278">
                  <c:v/>
                </c:pt>
                <c:pt idx="1279">
                  <c:v/>
                </c:pt>
                <c:pt idx="1280">
                  <c:v/>
                </c:pt>
                <c:pt idx="1281">
                  <c:v/>
                </c:pt>
                <c:pt idx="1282">
                  <c:v/>
                </c:pt>
                <c:pt idx="1283">
                  <c:v/>
                </c:pt>
                <c:pt idx="1284">
                  <c:v/>
                </c:pt>
                <c:pt idx="1285">
                  <c:v/>
                </c:pt>
                <c:pt idx="1286">
                  <c:v/>
                </c:pt>
                <c:pt idx="1287">
                  <c:v/>
                </c:pt>
                <c:pt idx="1288">
                  <c:v/>
                </c:pt>
                <c:pt idx="1289">
                  <c:v/>
                </c:pt>
                <c:pt idx="1290">
                  <c:v/>
                </c:pt>
                <c:pt idx="1291">
                  <c:v/>
                </c:pt>
                <c:pt idx="1292">
                  <c:v/>
                </c:pt>
                <c:pt idx="1293">
                  <c:v/>
                </c:pt>
                <c:pt idx="1294">
                  <c:v/>
                </c:pt>
                <c:pt idx="1295">
                  <c:v/>
                </c:pt>
                <c:pt idx="1296">
                  <c:v/>
                </c:pt>
                <c:pt idx="1297">
                  <c:v/>
                </c:pt>
                <c:pt idx="1298">
                  <c:v/>
                </c:pt>
                <c:pt idx="1299">
                  <c:v/>
                </c:pt>
                <c:pt idx="1300">
                  <c:v/>
                </c:pt>
                <c:pt idx="1301">
                  <c:v/>
                </c:pt>
                <c:pt idx="1302">
                  <c:v/>
                </c:pt>
                <c:pt idx="1303">
                  <c:v/>
                </c:pt>
                <c:pt idx="1304">
                  <c:v/>
                </c:pt>
                <c:pt idx="1305">
                  <c:v/>
                </c:pt>
                <c:pt idx="1306">
                  <c:v/>
                </c:pt>
                <c:pt idx="1307">
                  <c:v/>
                </c:pt>
                <c:pt idx="1308">
                  <c:v/>
                </c:pt>
                <c:pt idx="1309">
                  <c:v/>
                </c:pt>
                <c:pt idx="1310">
                  <c:v/>
                </c:pt>
                <c:pt idx="1311">
                  <c:v/>
                </c:pt>
                <c:pt idx="1312">
                  <c:v/>
                </c:pt>
                <c:pt idx="1313">
                  <c:v/>
                </c:pt>
                <c:pt idx="1314">
                  <c:v/>
                </c:pt>
                <c:pt idx="1315">
                  <c:v/>
                </c:pt>
                <c:pt idx="1316">
                  <c:v/>
                </c:pt>
                <c:pt idx="1317">
                  <c:v/>
                </c:pt>
                <c:pt idx="1318">
                  <c:v/>
                </c:pt>
                <c:pt idx="1319">
                  <c:v/>
                </c:pt>
                <c:pt idx="1320">
                  <c:v/>
                </c:pt>
                <c:pt idx="1321">
                  <c:v/>
                </c:pt>
                <c:pt idx="1322">
                  <c:v/>
                </c:pt>
                <c:pt idx="1323">
                  <c:v/>
                </c:pt>
                <c:pt idx="1324">
                  <c:v/>
                </c:pt>
                <c:pt idx="1325">
                  <c:v/>
                </c:pt>
                <c:pt idx="1326">
                  <c:v/>
                </c:pt>
                <c:pt idx="1327">
                  <c:v/>
                </c:pt>
                <c:pt idx="1328">
                  <c:v/>
                </c:pt>
                <c:pt idx="1329">
                  <c:v/>
                </c:pt>
                <c:pt idx="1330">
                  <c:v/>
                </c:pt>
                <c:pt idx="1331">
                  <c:v/>
                </c:pt>
                <c:pt idx="1332">
                  <c:v/>
                </c:pt>
                <c:pt idx="1333">
                  <c:v/>
                </c:pt>
                <c:pt idx="1334">
                  <c:v/>
                </c:pt>
                <c:pt idx="1335">
                  <c:v/>
                </c:pt>
                <c:pt idx="1336">
                  <c:v/>
                </c:pt>
                <c:pt idx="1337">
                  <c:v/>
                </c:pt>
                <c:pt idx="1338">
                  <c:v/>
                </c:pt>
                <c:pt idx="1339">
                  <c:v/>
                </c:pt>
                <c:pt idx="1340">
                  <c:v/>
                </c:pt>
                <c:pt idx="1341">
                  <c:v/>
                </c:pt>
                <c:pt idx="1342">
                  <c:v/>
                </c:pt>
                <c:pt idx="1343">
                  <c:v/>
                </c:pt>
                <c:pt idx="1344">
                  <c:v/>
                </c:pt>
                <c:pt idx="1345">
                  <c:v/>
                </c:pt>
                <c:pt idx="1346">
                  <c:v/>
                </c:pt>
                <c:pt idx="1347">
                  <c:v/>
                </c:pt>
                <c:pt idx="1348">
                  <c:v/>
                </c:pt>
                <c:pt idx="1349">
                  <c:v/>
                </c:pt>
                <c:pt idx="1350">
                  <c:v/>
                </c:pt>
                <c:pt idx="1351">
                  <c:v/>
                </c:pt>
                <c:pt idx="1352">
                  <c:v/>
                </c:pt>
                <c:pt idx="1353">
                  <c:v/>
                </c:pt>
                <c:pt idx="1354">
                  <c:v/>
                </c:pt>
                <c:pt idx="1355">
                  <c:v/>
                </c:pt>
                <c:pt idx="1356">
                  <c:v/>
                </c:pt>
                <c:pt idx="1357">
                  <c:v/>
                </c:pt>
                <c:pt idx="1358">
                  <c:v/>
                </c:pt>
                <c:pt idx="1359">
                  <c:v/>
                </c:pt>
                <c:pt idx="1360">
                  <c:v/>
                </c:pt>
                <c:pt idx="1361">
                  <c:v/>
                </c:pt>
                <c:pt idx="1362">
                  <c:v/>
                </c:pt>
                <c:pt idx="1363">
                  <c:v/>
                </c:pt>
                <c:pt idx="1364">
                  <c:v/>
                </c:pt>
                <c:pt idx="1365">
                  <c:v/>
                </c:pt>
                <c:pt idx="1366">
                  <c:v/>
                </c:pt>
                <c:pt idx="1367">
                  <c:v/>
                </c:pt>
                <c:pt idx="1368">
                  <c:v/>
                </c:pt>
                <c:pt idx="1369">
                  <c:v/>
                </c:pt>
                <c:pt idx="1370">
                  <c:v/>
                </c:pt>
                <c:pt idx="1371">
                  <c:v/>
                </c:pt>
                <c:pt idx="1372">
                  <c:v/>
                </c:pt>
                <c:pt idx="1373">
                  <c:v/>
                </c:pt>
                <c:pt idx="1374">
                  <c:v/>
                </c:pt>
                <c:pt idx="1375">
                  <c:v/>
                </c:pt>
                <c:pt idx="1376">
                  <c:v/>
                </c:pt>
                <c:pt idx="1377">
                  <c:v/>
                </c:pt>
                <c:pt idx="1378">
                  <c:v/>
                </c:pt>
                <c:pt idx="1379">
                  <c:v/>
                </c:pt>
                <c:pt idx="1380">
                  <c:v/>
                </c:pt>
                <c:pt idx="1381">
                  <c:v/>
                </c:pt>
                <c:pt idx="1382">
                  <c:v/>
                </c:pt>
                <c:pt idx="1383">
                  <c:v/>
                </c:pt>
                <c:pt idx="1384">
                  <c:v/>
                </c:pt>
                <c:pt idx="1385">
                  <c:v/>
                </c:pt>
                <c:pt idx="1386">
                  <c:v/>
                </c:pt>
                <c:pt idx="1387">
                  <c:v/>
                </c:pt>
                <c:pt idx="1388">
                  <c:v/>
                </c:pt>
                <c:pt idx="1389">
                  <c:v/>
                </c:pt>
                <c:pt idx="1390">
                  <c:v/>
                </c:pt>
                <c:pt idx="1391">
                  <c:v/>
                </c:pt>
                <c:pt idx="1392">
                  <c:v/>
                </c:pt>
                <c:pt idx="1393">
                  <c:v/>
                </c:pt>
                <c:pt idx="1394">
                  <c:v/>
                </c:pt>
                <c:pt idx="1395">
                  <c:v/>
                </c:pt>
                <c:pt idx="1396">
                  <c:v/>
                </c:pt>
                <c:pt idx="1397">
                  <c:v/>
                </c:pt>
                <c:pt idx="1398">
                  <c:v/>
                </c:pt>
                <c:pt idx="1399">
                  <c:v/>
                </c:pt>
                <c:pt idx="1400">
                  <c:v/>
                </c:pt>
                <c:pt idx="1401">
                  <c:v/>
                </c:pt>
                <c:pt idx="1402">
                  <c:v/>
                </c:pt>
                <c:pt idx="1403">
                  <c:v/>
                </c:pt>
                <c:pt idx="1404">
                  <c:v/>
                </c:pt>
                <c:pt idx="1405">
                  <c:v/>
                </c:pt>
                <c:pt idx="1406">
                  <c:v/>
                </c:pt>
                <c:pt idx="1407">
                  <c:v/>
                </c:pt>
                <c:pt idx="1408">
                  <c:v/>
                </c:pt>
                <c:pt idx="1409">
                  <c:v/>
                </c:pt>
                <c:pt idx="1410">
                  <c:v/>
                </c:pt>
                <c:pt idx="1411">
                  <c:v/>
                </c:pt>
                <c:pt idx="1412">
                  <c:v/>
                </c:pt>
                <c:pt idx="1413">
                  <c:v/>
                </c:pt>
                <c:pt idx="1414">
                  <c:v/>
                </c:pt>
                <c:pt idx="1415">
                  <c:v/>
                </c:pt>
                <c:pt idx="1416">
                  <c:v/>
                </c:pt>
                <c:pt idx="1417">
                  <c:v/>
                </c:pt>
                <c:pt idx="1418">
                  <c:v/>
                </c:pt>
                <c:pt idx="1419">
                  <c:v/>
                </c:pt>
                <c:pt idx="1420">
                  <c:v/>
                </c:pt>
                <c:pt idx="1421">
                  <c:v/>
                </c:pt>
                <c:pt idx="1422">
                  <c:v/>
                </c:pt>
                <c:pt idx="1423">
                  <c:v/>
                </c:pt>
                <c:pt idx="1424">
                  <c:v/>
                </c:pt>
                <c:pt idx="1425">
                  <c:v/>
                </c:pt>
                <c:pt idx="1426">
                  <c:v/>
                </c:pt>
                <c:pt idx="1427">
                  <c:v/>
                </c:pt>
                <c:pt idx="1428">
                  <c:v/>
                </c:pt>
                <c:pt idx="1429">
                  <c:v/>
                </c:pt>
                <c:pt idx="1430">
                  <c:v/>
                </c:pt>
                <c:pt idx="1431">
                  <c:v/>
                </c:pt>
                <c:pt idx="1432">
                  <c:v/>
                </c:pt>
                <c:pt idx="1433">
                  <c:v/>
                </c:pt>
                <c:pt idx="1434">
                  <c:v/>
                </c:pt>
                <c:pt idx="1435">
                  <c:v/>
                </c:pt>
                <c:pt idx="1436">
                  <c:v/>
                </c:pt>
                <c:pt idx="1437">
                  <c:v/>
                </c:pt>
                <c:pt idx="1438">
                  <c:v/>
                </c:pt>
                <c:pt idx="1439">
                  <c:v/>
                </c:pt>
                <c:pt idx="1440">
                  <c:v/>
                </c:pt>
                <c:pt idx="1441">
                  <c:v/>
                </c:pt>
                <c:pt idx="1442">
                  <c:v/>
                </c:pt>
                <c:pt idx="1443">
                  <c:v/>
                </c:pt>
                <c:pt idx="1444">
                  <c:v/>
                </c:pt>
                <c:pt idx="1445">
                  <c:v/>
                </c:pt>
                <c:pt idx="1446">
                  <c:v/>
                </c:pt>
                <c:pt idx="1447">
                  <c:v/>
                </c:pt>
                <c:pt idx="1448">
                  <c:v/>
                </c:pt>
                <c:pt idx="1449">
                  <c:v/>
                </c:pt>
                <c:pt idx="1450">
                  <c:v/>
                </c:pt>
                <c:pt idx="1451">
                  <c:v/>
                </c:pt>
                <c:pt idx="1452">
                  <c:v/>
                </c:pt>
                <c:pt idx="1453">
                  <c:v/>
                </c:pt>
                <c:pt idx="1454">
                  <c:v/>
                </c:pt>
                <c:pt idx="1455">
                  <c:v/>
                </c:pt>
                <c:pt idx="1456">
                  <c:v/>
                </c:pt>
                <c:pt idx="1457">
                  <c:v/>
                </c:pt>
                <c:pt idx="1458">
                  <c:v/>
                </c:pt>
                <c:pt idx="1459">
                  <c:v/>
                </c:pt>
                <c:pt idx="1460">
                  <c:v/>
                </c:pt>
                <c:pt idx="1461">
                  <c:v/>
                </c:pt>
                <c:pt idx="1462">
                  <c:v/>
                </c:pt>
                <c:pt idx="1463">
                  <c:v/>
                </c:pt>
                <c:pt idx="1464">
                  <c:v/>
                </c:pt>
                <c:pt idx="1465">
                  <c:v/>
                </c:pt>
                <c:pt idx="1466">
                  <c:v/>
                </c:pt>
                <c:pt idx="1467">
                  <c:v/>
                </c:pt>
                <c:pt idx="1468">
                  <c:v/>
                </c:pt>
                <c:pt idx="1469">
                  <c:v/>
                </c:pt>
                <c:pt idx="1470">
                  <c:v/>
                </c:pt>
                <c:pt idx="1471">
                  <c:v/>
                </c:pt>
                <c:pt idx="1472">
                  <c:v/>
                </c:pt>
                <c:pt idx="1473">
                  <c:v/>
                </c:pt>
                <c:pt idx="1474">
                  <c:v/>
                </c:pt>
                <c:pt idx="1475">
                  <c:v/>
                </c:pt>
                <c:pt idx="1476">
                  <c:v/>
                </c:pt>
                <c:pt idx="1477">
                  <c:v/>
                </c:pt>
                <c:pt idx="1478">
                  <c:v/>
                </c:pt>
                <c:pt idx="1479">
                  <c:v/>
                </c:pt>
                <c:pt idx="1480">
                  <c:v/>
                </c:pt>
                <c:pt idx="1481">
                  <c:v/>
                </c:pt>
                <c:pt idx="1482">
                  <c:v/>
                </c:pt>
                <c:pt idx="1483">
                  <c:v/>
                </c:pt>
                <c:pt idx="1484">
                  <c:v/>
                </c:pt>
                <c:pt idx="1485">
                  <c:v/>
                </c:pt>
                <c:pt idx="1486">
                  <c:v/>
                </c:pt>
                <c:pt idx="1487">
                  <c:v/>
                </c:pt>
                <c:pt idx="1488">
                  <c:v/>
                </c:pt>
                <c:pt idx="1489">
                  <c:v/>
                </c:pt>
                <c:pt idx="1490">
                  <c:v/>
                </c:pt>
                <c:pt idx="1491">
                  <c:v/>
                </c:pt>
                <c:pt idx="1492">
                  <c:v/>
                </c:pt>
                <c:pt idx="1493">
                  <c:v/>
                </c:pt>
                <c:pt idx="1494">
                  <c:v/>
                </c:pt>
                <c:pt idx="1495">
                  <c:v/>
                </c:pt>
                <c:pt idx="1496">
                  <c:v/>
                </c:pt>
                <c:pt idx="1497">
                  <c:v/>
                </c:pt>
                <c:pt idx="1498">
                  <c:v/>
                </c:pt>
                <c:pt idx="1499">
                  <c:v/>
                </c:pt>
                <c:pt idx="1500">
                  <c:v/>
                </c:pt>
                <c:pt idx="1501">
                  <c:v/>
                </c:pt>
                <c:pt idx="1502">
                  <c:v/>
                </c:pt>
                <c:pt idx="1503">
                  <c:v/>
                </c:pt>
                <c:pt idx="1504">
                  <c:v/>
                </c:pt>
                <c:pt idx="1505">
                  <c:v/>
                </c:pt>
                <c:pt idx="1506">
                  <c:v/>
                </c:pt>
                <c:pt idx="1507">
                  <c:v/>
                </c:pt>
                <c:pt idx="1508">
                  <c:v/>
                </c:pt>
                <c:pt idx="1509">
                  <c:v/>
                </c:pt>
                <c:pt idx="1510">
                  <c:v>1510</c:v>
                </c:pt>
                <c:pt idx="1511">
                  <c:v/>
                </c:pt>
                <c:pt idx="1512">
                  <c:v/>
                </c:pt>
                <c:pt idx="1513">
                  <c:v/>
                </c:pt>
                <c:pt idx="1514">
                  <c:v/>
                </c:pt>
                <c:pt idx="1515">
                  <c:v/>
                </c:pt>
                <c:pt idx="1516">
                  <c:v/>
                </c:pt>
                <c:pt idx="1517">
                  <c:v/>
                </c:pt>
                <c:pt idx="1518">
                  <c:v/>
                </c:pt>
                <c:pt idx="1519">
                  <c:v/>
                </c:pt>
                <c:pt idx="1520">
                  <c:v/>
                </c:pt>
                <c:pt idx="1521">
                  <c:v/>
                </c:pt>
                <c:pt idx="1522">
                  <c:v/>
                </c:pt>
                <c:pt idx="1523">
                  <c:v/>
                </c:pt>
                <c:pt idx="1524">
                  <c:v/>
                </c:pt>
                <c:pt idx="1525">
                  <c:v/>
                </c:pt>
                <c:pt idx="1526">
                  <c:v/>
                </c:pt>
                <c:pt idx="1527">
                  <c:v/>
                </c:pt>
                <c:pt idx="1528">
                  <c:v/>
                </c:pt>
                <c:pt idx="1529">
                  <c:v/>
                </c:pt>
                <c:pt idx="1530">
                  <c:v/>
                </c:pt>
                <c:pt idx="1531">
                  <c:v/>
                </c:pt>
                <c:pt idx="1532">
                  <c:v/>
                </c:pt>
                <c:pt idx="1533">
                  <c:v/>
                </c:pt>
                <c:pt idx="1534">
                  <c:v/>
                </c:pt>
                <c:pt idx="1535">
                  <c:v/>
                </c:pt>
                <c:pt idx="1536">
                  <c:v/>
                </c:pt>
                <c:pt idx="1537">
                  <c:v/>
                </c:pt>
                <c:pt idx="1538">
                  <c:v/>
                </c:pt>
                <c:pt idx="1539">
                  <c:v/>
                </c:pt>
                <c:pt idx="1540">
                  <c:v/>
                </c:pt>
                <c:pt idx="1541">
                  <c:v/>
                </c:pt>
                <c:pt idx="1542">
                  <c:v/>
                </c:pt>
                <c:pt idx="1543">
                  <c:v/>
                </c:pt>
                <c:pt idx="1544">
                  <c:v/>
                </c:pt>
                <c:pt idx="1545">
                  <c:v/>
                </c:pt>
                <c:pt idx="1546">
                  <c:v/>
                </c:pt>
                <c:pt idx="1547">
                  <c:v/>
                </c:pt>
                <c:pt idx="1548">
                  <c:v/>
                </c:pt>
                <c:pt idx="1549">
                  <c:v/>
                </c:pt>
                <c:pt idx="1550">
                  <c:v/>
                </c:pt>
                <c:pt idx="1551">
                  <c:v/>
                </c:pt>
                <c:pt idx="1552">
                  <c:v/>
                </c:pt>
                <c:pt idx="1553">
                  <c:v/>
                </c:pt>
                <c:pt idx="1554">
                  <c:v/>
                </c:pt>
                <c:pt idx="1555">
                  <c:v/>
                </c:pt>
                <c:pt idx="1556">
                  <c:v/>
                </c:pt>
                <c:pt idx="1557">
                  <c:v/>
                </c:pt>
                <c:pt idx="1558">
                  <c:v/>
                </c:pt>
                <c:pt idx="1559">
                  <c:v/>
                </c:pt>
                <c:pt idx="1560">
                  <c:v/>
                </c:pt>
                <c:pt idx="1561">
                  <c:v/>
                </c:pt>
                <c:pt idx="1562">
                  <c:v/>
                </c:pt>
                <c:pt idx="1563">
                  <c:v/>
                </c:pt>
                <c:pt idx="1564">
                  <c:v/>
                </c:pt>
                <c:pt idx="1565">
                  <c:v/>
                </c:pt>
                <c:pt idx="1566">
                  <c:v/>
                </c:pt>
                <c:pt idx="1567">
                  <c:v/>
                </c:pt>
                <c:pt idx="1568">
                  <c:v/>
                </c:pt>
                <c:pt idx="1569">
                  <c:v/>
                </c:pt>
                <c:pt idx="1570">
                  <c:v/>
                </c:pt>
                <c:pt idx="1571">
                  <c:v/>
                </c:pt>
                <c:pt idx="1572">
                  <c:v/>
                </c:pt>
                <c:pt idx="1573">
                  <c:v/>
                </c:pt>
                <c:pt idx="1574">
                  <c:v/>
                </c:pt>
                <c:pt idx="1575">
                  <c:v/>
                </c:pt>
                <c:pt idx="1576">
                  <c:v/>
                </c:pt>
                <c:pt idx="1577">
                  <c:v/>
                </c:pt>
                <c:pt idx="1578">
                  <c:v/>
                </c:pt>
                <c:pt idx="1579">
                  <c:v/>
                </c:pt>
                <c:pt idx="1580">
                  <c:v/>
                </c:pt>
                <c:pt idx="1581">
                  <c:v/>
                </c:pt>
                <c:pt idx="1582">
                  <c:v/>
                </c:pt>
                <c:pt idx="1583">
                  <c:v/>
                </c:pt>
                <c:pt idx="1584">
                  <c:v/>
                </c:pt>
                <c:pt idx="1585">
                  <c:v/>
                </c:pt>
                <c:pt idx="1586">
                  <c:v/>
                </c:pt>
                <c:pt idx="1587">
                  <c:v/>
                </c:pt>
                <c:pt idx="1588">
                  <c:v/>
                </c:pt>
                <c:pt idx="1589">
                  <c:v/>
                </c:pt>
                <c:pt idx="1590">
                  <c:v/>
                </c:pt>
                <c:pt idx="1591">
                  <c:v/>
                </c:pt>
                <c:pt idx="1592">
                  <c:v/>
                </c:pt>
                <c:pt idx="1593">
                  <c:v/>
                </c:pt>
                <c:pt idx="1594">
                  <c:v/>
                </c:pt>
                <c:pt idx="1595">
                  <c:v/>
                </c:pt>
                <c:pt idx="1596">
                  <c:v/>
                </c:pt>
                <c:pt idx="1597">
                  <c:v/>
                </c:pt>
                <c:pt idx="1598">
                  <c:v/>
                </c:pt>
                <c:pt idx="1599">
                  <c:v/>
                </c:pt>
                <c:pt idx="1600">
                  <c:v/>
                </c:pt>
                <c:pt idx="1601">
                  <c:v/>
                </c:pt>
                <c:pt idx="1602">
                  <c:v/>
                </c:pt>
                <c:pt idx="1603">
                  <c:v/>
                </c:pt>
                <c:pt idx="1604">
                  <c:v/>
                </c:pt>
                <c:pt idx="1605">
                  <c:v/>
                </c:pt>
                <c:pt idx="1606">
                  <c:v/>
                </c:pt>
                <c:pt idx="1607">
                  <c:v/>
                </c:pt>
                <c:pt idx="1608">
                  <c:v/>
                </c:pt>
                <c:pt idx="1609">
                  <c:v/>
                </c:pt>
                <c:pt idx="1610">
                  <c:v/>
                </c:pt>
                <c:pt idx="1611">
                  <c:v/>
                </c:pt>
                <c:pt idx="1612">
                  <c:v/>
                </c:pt>
                <c:pt idx="1613">
                  <c:v/>
                </c:pt>
                <c:pt idx="1614">
                  <c:v/>
                </c:pt>
                <c:pt idx="1615">
                  <c:v/>
                </c:pt>
                <c:pt idx="1616">
                  <c:v/>
                </c:pt>
                <c:pt idx="1617">
                  <c:v/>
                </c:pt>
                <c:pt idx="1618">
                  <c:v/>
                </c:pt>
                <c:pt idx="1619">
                  <c:v/>
                </c:pt>
                <c:pt idx="1620">
                  <c:v/>
                </c:pt>
                <c:pt idx="1621">
                  <c:v/>
                </c:pt>
                <c:pt idx="1622">
                  <c:v/>
                </c:pt>
                <c:pt idx="1623">
                  <c:v/>
                </c:pt>
                <c:pt idx="1624">
                  <c:v/>
                </c:pt>
                <c:pt idx="1625">
                  <c:v/>
                </c:pt>
                <c:pt idx="1626">
                  <c:v/>
                </c:pt>
                <c:pt idx="1627">
                  <c:v/>
                </c:pt>
                <c:pt idx="1628">
                  <c:v/>
                </c:pt>
                <c:pt idx="1629">
                  <c:v/>
                </c:pt>
                <c:pt idx="1630">
                  <c:v/>
                </c:pt>
                <c:pt idx="1631">
                  <c:v/>
                </c:pt>
                <c:pt idx="1632">
                  <c:v/>
                </c:pt>
                <c:pt idx="1633">
                  <c:v/>
                </c:pt>
                <c:pt idx="1634">
                  <c:v/>
                </c:pt>
                <c:pt idx="1635">
                  <c:v/>
                </c:pt>
                <c:pt idx="1636">
                  <c:v/>
                </c:pt>
                <c:pt idx="1637">
                  <c:v/>
                </c:pt>
                <c:pt idx="1638">
                  <c:v/>
                </c:pt>
                <c:pt idx="1639">
                  <c:v/>
                </c:pt>
                <c:pt idx="1640">
                  <c:v/>
                </c:pt>
                <c:pt idx="1641">
                  <c:v/>
                </c:pt>
                <c:pt idx="1642">
                  <c:v/>
                </c:pt>
                <c:pt idx="1643">
                  <c:v/>
                </c:pt>
                <c:pt idx="1644">
                  <c:v/>
                </c:pt>
                <c:pt idx="1645">
                  <c:v/>
                </c:pt>
                <c:pt idx="1646">
                  <c:v/>
                </c:pt>
                <c:pt idx="1647">
                  <c:v/>
                </c:pt>
                <c:pt idx="1648">
                  <c:v/>
                </c:pt>
                <c:pt idx="1649">
                  <c:v/>
                </c:pt>
                <c:pt idx="1650">
                  <c:v/>
                </c:pt>
                <c:pt idx="1651">
                  <c:v/>
                </c:pt>
                <c:pt idx="1652">
                  <c:v/>
                </c:pt>
                <c:pt idx="1653">
                  <c:v/>
                </c:pt>
                <c:pt idx="1654">
                  <c:v/>
                </c:pt>
                <c:pt idx="1655">
                  <c:v/>
                </c:pt>
                <c:pt idx="1656">
                  <c:v/>
                </c:pt>
                <c:pt idx="1657">
                  <c:v/>
                </c:pt>
                <c:pt idx="1658">
                  <c:v/>
                </c:pt>
                <c:pt idx="1659">
                  <c:v/>
                </c:pt>
                <c:pt idx="1660">
                  <c:v/>
                </c:pt>
                <c:pt idx="1661">
                  <c:v/>
                </c:pt>
                <c:pt idx="1662">
                  <c:v/>
                </c:pt>
                <c:pt idx="1663">
                  <c:v/>
                </c:pt>
                <c:pt idx="1664">
                  <c:v/>
                </c:pt>
                <c:pt idx="1665">
                  <c:v/>
                </c:pt>
                <c:pt idx="1666">
                  <c:v/>
                </c:pt>
                <c:pt idx="1667">
                  <c:v/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>1812</c:v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>2114</c:v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>2416</c:v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>2718</c:v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>3020</c:v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</c:strCache>
            </c:strRef>
          </c:cat>
          <c:val>
            <c:numRef>
              <c:f>Sheet1!$B$2:$B$3026</c:f>
              <c:numCache>
                <c:formatCode>General</c:formatCode>
                <c:ptCount val="3025"/>
                <c:pt idx="0">
                  <c:v>0.0</c:v>
                </c:pt>
                <c:pt idx="1">
                  <c:v>0.0</c:v>
                </c:pt>
                <c:pt idx="2">
                  <c:v>134.8325304499639</c:v>
                </c:pt>
                <c:pt idx="3">
                  <c:v>134.8325304499639</c:v>
                </c:pt>
                <c:pt idx="4">
                  <c:v>134.8325304499639</c:v>
                </c:pt>
                <c:pt idx="5">
                  <c:v>247.32211966785854</c:v>
                </c:pt>
                <c:pt idx="6">
                  <c:v>247.32211966785854</c:v>
                </c:pt>
                <c:pt idx="7">
                  <c:v>342.82150982135596</c:v>
                </c:pt>
                <c:pt idx="8">
                  <c:v>433.2239392598536</c:v>
                </c:pt>
                <c:pt idx="9">
                  <c:v>544.358844976039</c:v>
                </c:pt>
                <c:pt idx="10">
                  <c:v>634.7612828671486</c:v>
                </c:pt>
                <c:pt idx="11">
                  <c:v>764.3861433546351</c:v>
                </c:pt>
                <c:pt idx="12">
                  <c:v>883.9319352795073</c:v>
                </c:pt>
                <c:pt idx="13">
                  <c:v>883.9319352795073</c:v>
                </c:pt>
                <c:pt idx="14">
                  <c:v>953.8440101131632</c:v>
                </c:pt>
                <c:pt idx="15">
                  <c:v>953.8440101131632</c:v>
                </c:pt>
                <c:pt idx="16">
                  <c:v>1056.428735149994</c:v>
                </c:pt>
                <c:pt idx="17">
                  <c:v>1056.428735149994</c:v>
                </c:pt>
                <c:pt idx="18">
                  <c:v>1160.6524759015256</c:v>
                </c:pt>
                <c:pt idx="19">
                  <c:v>1291.037051674097</c:v>
                </c:pt>
                <c:pt idx="20">
                  <c:v>1291.037051674097</c:v>
                </c:pt>
                <c:pt idx="21">
                  <c:v>1291.037051674097</c:v>
                </c:pt>
                <c:pt idx="22">
                  <c:v>1291.037051674097</c:v>
                </c:pt>
                <c:pt idx="23">
                  <c:v>1291.037051674097</c:v>
                </c:pt>
                <c:pt idx="24">
                  <c:v>1291.037051674097</c:v>
                </c:pt>
                <c:pt idx="25">
                  <c:v>1291.037051674097</c:v>
                </c:pt>
                <c:pt idx="26">
                  <c:v>1372.664056113232</c:v>
                </c:pt>
                <c:pt idx="27">
                  <c:v>1372.664056113232</c:v>
                </c:pt>
                <c:pt idx="28">
                  <c:v>1372.664056113232</c:v>
                </c:pt>
                <c:pt idx="29">
                  <c:v>1460.9038927274642</c:v>
                </c:pt>
                <c:pt idx="30">
                  <c:v>1460.9038927274642</c:v>
                </c:pt>
                <c:pt idx="31">
                  <c:v>1460.9038927274642</c:v>
                </c:pt>
                <c:pt idx="32">
                  <c:v>1460.9038927274642</c:v>
                </c:pt>
                <c:pt idx="33">
                  <c:v>1460.9038927274642</c:v>
                </c:pt>
                <c:pt idx="34">
                  <c:v>1460.9038927274642</c:v>
                </c:pt>
                <c:pt idx="35">
                  <c:v>1573.918045866814</c:v>
                </c:pt>
                <c:pt idx="36">
                  <c:v>1573.918045866814</c:v>
                </c:pt>
                <c:pt idx="37">
                  <c:v>1649.5707935274315</c:v>
                </c:pt>
                <c:pt idx="38">
                  <c:v>1649.5707935274315</c:v>
                </c:pt>
                <c:pt idx="39">
                  <c:v>1649.5707935274315</c:v>
                </c:pt>
                <c:pt idx="40">
                  <c:v>1649.5707935274315</c:v>
                </c:pt>
                <c:pt idx="41">
                  <c:v>1778.8147093215841</c:v>
                </c:pt>
                <c:pt idx="42">
                  <c:v>1778.8147093215841</c:v>
                </c:pt>
                <c:pt idx="43">
                  <c:v>1778.8147093215841</c:v>
                </c:pt>
                <c:pt idx="44">
                  <c:v>1778.8147093215841</c:v>
                </c:pt>
                <c:pt idx="45">
                  <c:v>1778.8147093215841</c:v>
                </c:pt>
                <c:pt idx="46">
                  <c:v>1778.8147093215841</c:v>
                </c:pt>
                <c:pt idx="47">
                  <c:v>1778.8147093215841</c:v>
                </c:pt>
                <c:pt idx="48">
                  <c:v>1778.8147093215841</c:v>
                </c:pt>
                <c:pt idx="49">
                  <c:v>1778.8147093215841</c:v>
                </c:pt>
                <c:pt idx="50">
                  <c:v>1778.8147093215841</c:v>
                </c:pt>
                <c:pt idx="51">
                  <c:v>1778.8147093215841</c:v>
                </c:pt>
                <c:pt idx="52">
                  <c:v>1916.829013790756</c:v>
                </c:pt>
                <c:pt idx="53">
                  <c:v>2030.5838463159125</c:v>
                </c:pt>
                <c:pt idx="54">
                  <c:v>2030.5838463159125</c:v>
                </c:pt>
                <c:pt idx="55">
                  <c:v>2030.5838463159125</c:v>
                </c:pt>
                <c:pt idx="56">
                  <c:v>2145.3507747561534</c:v>
                </c:pt>
                <c:pt idx="57">
                  <c:v>2100.517618880262</c:v>
                </c:pt>
                <c:pt idx="58">
                  <c:v>2100.517618880262</c:v>
                </c:pt>
                <c:pt idx="59">
                  <c:v>2156.037758594865</c:v>
                </c:pt>
                <c:pt idx="60">
                  <c:v>2156.037758594865</c:v>
                </c:pt>
                <c:pt idx="61">
                  <c:v>2266.33105603745</c:v>
                </c:pt>
                <c:pt idx="62">
                  <c:v>2360.5886376381127</c:v>
                </c:pt>
                <c:pt idx="63">
                  <c:v>2473.9140082268505</c:v>
                </c:pt>
                <c:pt idx="64">
                  <c:v>2473.9140082268505</c:v>
                </c:pt>
                <c:pt idx="65">
                  <c:v>2598.498144395697</c:v>
                </c:pt>
                <c:pt idx="66">
                  <c:v>2598.498144395697</c:v>
                </c:pt>
                <c:pt idx="67">
                  <c:v>2598.498144395697</c:v>
                </c:pt>
                <c:pt idx="68">
                  <c:v>2648.5632273743763</c:v>
                </c:pt>
                <c:pt idx="69">
                  <c:v>2753.5247060922775</c:v>
                </c:pt>
                <c:pt idx="70">
                  <c:v>2753.5247060922775</c:v>
                </c:pt>
                <c:pt idx="71">
                  <c:v>2753.5247060922775</c:v>
                </c:pt>
                <c:pt idx="72">
                  <c:v>2839.943703520614</c:v>
                </c:pt>
                <c:pt idx="73">
                  <c:v>2839.943703520614</c:v>
                </c:pt>
                <c:pt idx="74">
                  <c:v>2931.9941172339813</c:v>
                </c:pt>
                <c:pt idx="75">
                  <c:v>3041.9947917482705</c:v>
                </c:pt>
                <c:pt idx="76">
                  <c:v>3041.9947917482705</c:v>
                </c:pt>
                <c:pt idx="77">
                  <c:v>3151.0953389600772</c:v>
                </c:pt>
                <c:pt idx="78">
                  <c:v>3151.0953389600772</c:v>
                </c:pt>
                <c:pt idx="79">
                  <c:v>3264.407283343431</c:v>
                </c:pt>
                <c:pt idx="80">
                  <c:v>3264.407283343431</c:v>
                </c:pt>
                <c:pt idx="81">
                  <c:v>3264.407283343431</c:v>
                </c:pt>
                <c:pt idx="82">
                  <c:v>3264.407283343431</c:v>
                </c:pt>
                <c:pt idx="83">
                  <c:v>3264.407283343431</c:v>
                </c:pt>
                <c:pt idx="84">
                  <c:v>3264.407283343431</c:v>
                </c:pt>
                <c:pt idx="85">
                  <c:v>3264.407283343431</c:v>
                </c:pt>
                <c:pt idx="86">
                  <c:v>3264.407283343431</c:v>
                </c:pt>
                <c:pt idx="87">
                  <c:v>3264.407283343431</c:v>
                </c:pt>
                <c:pt idx="88">
                  <c:v>3399.8541162095344</c:v>
                </c:pt>
                <c:pt idx="89">
                  <c:v>3399.8541162095344</c:v>
                </c:pt>
                <c:pt idx="90">
                  <c:v>3482.3738720342362</c:v>
                </c:pt>
                <c:pt idx="91">
                  <c:v>3482.3738720342362</c:v>
                </c:pt>
                <c:pt idx="92">
                  <c:v>3597.075368185812</c:v>
                </c:pt>
                <c:pt idx="93">
                  <c:v>3717.605320166077</c:v>
                </c:pt>
                <c:pt idx="94">
                  <c:v>3717.605320166077</c:v>
                </c:pt>
                <c:pt idx="95">
                  <c:v>3828.34849682001</c:v>
                </c:pt>
                <c:pt idx="96">
                  <c:v>3948.855230635352</c:v>
                </c:pt>
                <c:pt idx="97">
                  <c:v>4059.598407289285</c:v>
                </c:pt>
                <c:pt idx="98">
                  <c:v>4195.0452401553885</c:v>
                </c:pt>
                <c:pt idx="99">
                  <c:v>4195.0452401553885</c:v>
                </c:pt>
                <c:pt idx="100">
                  <c:v>4305.7884168093215</c:v>
                </c:pt>
                <c:pt idx="101">
                  <c:v>4388.308172634023</c:v>
                </c:pt>
                <c:pt idx="102">
                  <c:v>4488.706277326255</c:v>
                </c:pt>
                <c:pt idx="103">
                  <c:v>4609.23622930652</c:v>
                </c:pt>
                <c:pt idx="104">
                  <c:v>4694.592584812864</c:v>
                </c:pt>
                <c:pt idx="105">
                  <c:v>4809.2989175490875</c:v>
                </c:pt>
                <c:pt idx="106">
                  <c:v>4994.258074665184</c:v>
                </c:pt>
                <c:pt idx="107">
                  <c:v>5171.757732019152</c:v>
                </c:pt>
                <c:pt idx="108">
                  <c:v>5257.114087525496</c:v>
                </c:pt>
                <c:pt idx="109">
                  <c:v>5385.315584803867</c:v>
                </c:pt>
                <c:pt idx="110">
                  <c:v>5513.517082082238</c:v>
                </c:pt>
                <c:pt idx="111">
                  <c:v>5641.718579360609</c:v>
                </c:pt>
                <c:pt idx="112">
                  <c:v>5826.677736476705</c:v>
                </c:pt>
                <c:pt idx="113">
                  <c:v>5962.124569342808</c:v>
                </c:pt>
                <c:pt idx="114">
                  <c:v>5962.124569342808</c:v>
                </c:pt>
                <c:pt idx="115">
                  <c:v>6139.6242266967765</c:v>
                </c:pt>
                <c:pt idx="116">
                  <c:v>6254.330559433</c:v>
                </c:pt>
                <c:pt idx="117">
                  <c:v>6369.036892169224</c:v>
                </c:pt>
                <c:pt idx="118">
                  <c:v>6553.996049285321</c:v>
                </c:pt>
                <c:pt idx="119">
                  <c:v>6639.352404791664</c:v>
                </c:pt>
                <c:pt idx="120">
                  <c:v>6639.352404791664</c:v>
                </c:pt>
                <c:pt idx="121">
                  <c:v>6724.652164911661</c:v>
                </c:pt>
                <c:pt idx="122">
                  <c:v>6902.15182226563</c:v>
                </c:pt>
                <c:pt idx="123">
                  <c:v>6902.15182226563</c:v>
                </c:pt>
                <c:pt idx="124">
                  <c:v>7015.488577438232</c:v>
                </c:pt>
                <c:pt idx="125">
                  <c:v>7015.488577438232</c:v>
                </c:pt>
                <c:pt idx="126">
                  <c:v>7015.488577438232</c:v>
                </c:pt>
                <c:pt idx="127">
                  <c:v>7015.488577438232</c:v>
                </c:pt>
                <c:pt idx="128">
                  <c:v>7118.097616278839</c:v>
                </c:pt>
                <c:pt idx="129">
                  <c:v>7118.097616278839</c:v>
                </c:pt>
                <c:pt idx="130">
                  <c:v>7118.097616278839</c:v>
                </c:pt>
                <c:pt idx="131">
                  <c:v>7216.8191705069385</c:v>
                </c:pt>
                <c:pt idx="132">
                  <c:v>7216.8191705069385</c:v>
                </c:pt>
                <c:pt idx="133">
                  <c:v>7315.542670224223</c:v>
                </c:pt>
                <c:pt idx="134">
                  <c:v>7396.334521131112</c:v>
                </c:pt>
                <c:pt idx="135">
                  <c:v>7500.237247390718</c:v>
                </c:pt>
                <c:pt idx="136">
                  <c:v>7509.349785258331</c:v>
                </c:pt>
                <c:pt idx="137">
                  <c:v>7609.318702399041</c:v>
                </c:pt>
                <c:pt idx="138">
                  <c:v>7609.318702399041</c:v>
                </c:pt>
                <c:pt idx="139">
                  <c:v>7609.318702399041</c:v>
                </c:pt>
                <c:pt idx="140">
                  <c:v>7693.273015330233</c:v>
                </c:pt>
                <c:pt idx="141">
                  <c:v>7791.692655428948</c:v>
                </c:pt>
                <c:pt idx="142">
                  <c:v>7872.222299303113</c:v>
                </c:pt>
                <c:pt idx="143">
                  <c:v>7956.309664491538</c:v>
                </c:pt>
                <c:pt idx="144">
                  <c:v>8045.33477734023</c:v>
                </c:pt>
                <c:pt idx="145">
                  <c:v>8045.33477734023</c:v>
                </c:pt>
                <c:pt idx="146">
                  <c:v>8129.426343592431</c:v>
                </c:pt>
                <c:pt idx="147">
                  <c:v>8129.426343592431</c:v>
                </c:pt>
                <c:pt idx="148">
                  <c:v>8129.426343592431</c:v>
                </c:pt>
                <c:pt idx="149">
                  <c:v>8129.426343592431</c:v>
                </c:pt>
                <c:pt idx="150">
                  <c:v>8263.007785174577</c:v>
                </c:pt>
                <c:pt idx="151">
                  <c:v>8263.007785174577</c:v>
                </c:pt>
                <c:pt idx="152">
                  <c:v>8352.451624311745</c:v>
                </c:pt>
                <c:pt idx="153">
                  <c:v>8352.451624311745</c:v>
                </c:pt>
                <c:pt idx="154">
                  <c:v>8352.451624311745</c:v>
                </c:pt>
                <c:pt idx="155">
                  <c:v>8352.451624311745</c:v>
                </c:pt>
                <c:pt idx="156">
                  <c:v>8446.27183101826</c:v>
                </c:pt>
                <c:pt idx="157">
                  <c:v>8540.092037724777</c:v>
                </c:pt>
                <c:pt idx="158">
                  <c:v>8540.092037724777</c:v>
                </c:pt>
                <c:pt idx="159">
                  <c:v>8540.092037724777</c:v>
                </c:pt>
                <c:pt idx="160">
                  <c:v>8540.092037724777</c:v>
                </c:pt>
                <c:pt idx="161">
                  <c:v>8540.092037724777</c:v>
                </c:pt>
                <c:pt idx="162">
                  <c:v>8540.092037724777</c:v>
                </c:pt>
                <c:pt idx="163">
                  <c:v>8540.092037724777</c:v>
                </c:pt>
                <c:pt idx="164">
                  <c:v>8540.092037724777</c:v>
                </c:pt>
                <c:pt idx="165">
                  <c:v>8540.092037724777</c:v>
                </c:pt>
                <c:pt idx="166">
                  <c:v>8540.092037724777</c:v>
                </c:pt>
                <c:pt idx="167">
                  <c:v>8634.818264130958</c:v>
                </c:pt>
                <c:pt idx="168">
                  <c:v>8634.818264130958</c:v>
                </c:pt>
                <c:pt idx="169">
                  <c:v>8634.818264130958</c:v>
                </c:pt>
                <c:pt idx="170">
                  <c:v>8634.818264130958</c:v>
                </c:pt>
                <c:pt idx="171">
                  <c:v>8634.818264130958</c:v>
                </c:pt>
                <c:pt idx="172">
                  <c:v>8698.15564540517</c:v>
                </c:pt>
                <c:pt idx="173">
                  <c:v>8785.972208071642</c:v>
                </c:pt>
                <c:pt idx="174">
                  <c:v>8785.972208071642</c:v>
                </c:pt>
                <c:pt idx="175">
                  <c:v>8785.972208071642</c:v>
                </c:pt>
                <c:pt idx="176">
                  <c:v>8856.150440450081</c:v>
                </c:pt>
                <c:pt idx="177">
                  <c:v>8919.501089969352</c:v>
                </c:pt>
                <c:pt idx="178">
                  <c:v>8919.501089969352</c:v>
                </c:pt>
                <c:pt idx="179">
                  <c:v>8995.04656513757</c:v>
                </c:pt>
                <c:pt idx="180">
                  <c:v>9099.865863953597</c:v>
                </c:pt>
                <c:pt idx="181">
                  <c:v>9099.865863953597</c:v>
                </c:pt>
                <c:pt idx="182">
                  <c:v>9163.195026372061</c:v>
                </c:pt>
                <c:pt idx="183">
                  <c:v>9163.195026372061</c:v>
                </c:pt>
                <c:pt idx="184">
                  <c:v>9163.195026372061</c:v>
                </c:pt>
                <c:pt idx="185">
                  <c:v>9282.645327926284</c:v>
                </c:pt>
                <c:pt idx="186">
                  <c:v>9282.645327926284</c:v>
                </c:pt>
                <c:pt idx="187">
                  <c:v>9282.645327926284</c:v>
                </c:pt>
                <c:pt idx="188">
                  <c:v>9282.645327926284</c:v>
                </c:pt>
                <c:pt idx="189">
                  <c:v>9282.645327926284</c:v>
                </c:pt>
                <c:pt idx="190">
                  <c:v>9282.645327926284</c:v>
                </c:pt>
                <c:pt idx="191">
                  <c:v>9282.645327926284</c:v>
                </c:pt>
                <c:pt idx="192">
                  <c:v>9367.142340558425</c:v>
                </c:pt>
                <c:pt idx="193">
                  <c:v>9367.142340558425</c:v>
                </c:pt>
                <c:pt idx="194">
                  <c:v>9437.220068984743</c:v>
                </c:pt>
                <c:pt idx="195">
                  <c:v>9437.220068984743</c:v>
                </c:pt>
                <c:pt idx="196">
                  <c:v>9437.220068984743</c:v>
                </c:pt>
                <c:pt idx="197">
                  <c:v>9437.220068984743</c:v>
                </c:pt>
                <c:pt idx="198">
                  <c:v>9437.220068984743</c:v>
                </c:pt>
                <c:pt idx="199">
                  <c:v>9437.220068984743</c:v>
                </c:pt>
                <c:pt idx="200">
                  <c:v>9437.220068984743</c:v>
                </c:pt>
                <c:pt idx="201">
                  <c:v>9437.220068984743</c:v>
                </c:pt>
                <c:pt idx="202">
                  <c:v>9437.220068984743</c:v>
                </c:pt>
                <c:pt idx="203">
                  <c:v>9437.220068984743</c:v>
                </c:pt>
                <c:pt idx="204">
                  <c:v>9437.220068984743</c:v>
                </c:pt>
                <c:pt idx="205">
                  <c:v>9437.220068984743</c:v>
                </c:pt>
                <c:pt idx="206">
                  <c:v>9437.220068984743</c:v>
                </c:pt>
                <c:pt idx="207">
                  <c:v>9437.220068984743</c:v>
                </c:pt>
                <c:pt idx="208">
                  <c:v>9527.253169552328</c:v>
                </c:pt>
                <c:pt idx="209">
                  <c:v>9616.368441872477</c:v>
                </c:pt>
                <c:pt idx="210">
                  <c:v>9722.973125916234</c:v>
                </c:pt>
                <c:pt idx="211">
                  <c:v>9832.855248072401</c:v>
                </c:pt>
                <c:pt idx="212">
                  <c:v>9832.855248072401</c:v>
                </c:pt>
                <c:pt idx="213">
                  <c:v>9832.855248072401</c:v>
                </c:pt>
                <c:pt idx="214">
                  <c:v>9918.27066091524</c:v>
                </c:pt>
                <c:pt idx="215">
                  <c:v>10013.028685902947</c:v>
                </c:pt>
                <c:pt idx="216">
                  <c:v>10013.028685902947</c:v>
                </c:pt>
                <c:pt idx="217">
                  <c:v>10098.440408198181</c:v>
                </c:pt>
                <c:pt idx="218">
                  <c:v>10098.440408198181</c:v>
                </c:pt>
                <c:pt idx="219">
                  <c:v>10098.440408198181</c:v>
                </c:pt>
                <c:pt idx="220">
                  <c:v>10098.440408198181</c:v>
                </c:pt>
                <c:pt idx="221">
                  <c:v>10098.440408198181</c:v>
                </c:pt>
                <c:pt idx="222">
                  <c:v>10098.440408198181</c:v>
                </c:pt>
                <c:pt idx="223">
                  <c:v>10098.440408198181</c:v>
                </c:pt>
                <c:pt idx="224">
                  <c:v>10179.78261698838</c:v>
                </c:pt>
                <c:pt idx="225">
                  <c:v>10179.78261698838</c:v>
                </c:pt>
                <c:pt idx="226">
                  <c:v>10233.713325387365</c:v>
                </c:pt>
                <c:pt idx="227">
                  <c:v>10300.120284837894</c:v>
                </c:pt>
                <c:pt idx="228">
                  <c:v>10300.120284837894</c:v>
                </c:pt>
                <c:pt idx="229">
                  <c:v>10300.120284837894</c:v>
                </c:pt>
                <c:pt idx="230">
                  <c:v>10300.120284837894</c:v>
                </c:pt>
                <c:pt idx="231">
                  <c:v>10300.120284837894</c:v>
                </c:pt>
                <c:pt idx="232">
                  <c:v>10300.120284837894</c:v>
                </c:pt>
                <c:pt idx="233">
                  <c:v>10300.120284837894</c:v>
                </c:pt>
                <c:pt idx="234">
                  <c:v>10300.120284837894</c:v>
                </c:pt>
                <c:pt idx="235">
                  <c:v>10300.120284837894</c:v>
                </c:pt>
                <c:pt idx="236">
                  <c:v>10300.120284837894</c:v>
                </c:pt>
                <c:pt idx="237">
                  <c:v>10300.120284837894</c:v>
                </c:pt>
                <c:pt idx="238">
                  <c:v>10300.120284837894</c:v>
                </c:pt>
                <c:pt idx="239">
                  <c:v>10300.120284837894</c:v>
                </c:pt>
                <c:pt idx="240">
                  <c:v>10300.120284837894</c:v>
                </c:pt>
                <c:pt idx="241">
                  <c:v>10329.68881680213</c:v>
                </c:pt>
                <c:pt idx="242">
                  <c:v>10382.40764534947</c:v>
                </c:pt>
                <c:pt idx="243">
                  <c:v>10382.40764534947</c:v>
                </c:pt>
                <c:pt idx="244">
                  <c:v>10382.40764534947</c:v>
                </c:pt>
                <c:pt idx="245">
                  <c:v>10382.40764534947</c:v>
                </c:pt>
                <c:pt idx="246">
                  <c:v>10382.40764534947</c:v>
                </c:pt>
                <c:pt idx="247">
                  <c:v>10485.24583778104</c:v>
                </c:pt>
                <c:pt idx="248">
                  <c:v>10485.24583778104</c:v>
                </c:pt>
                <c:pt idx="249">
                  <c:v>10485.24583778104</c:v>
                </c:pt>
                <c:pt idx="250">
                  <c:v>10538.040578831899</c:v>
                </c:pt>
                <c:pt idx="251">
                  <c:v>10538.040578831899</c:v>
                </c:pt>
                <c:pt idx="252">
                  <c:v>10538.040578831899</c:v>
                </c:pt>
                <c:pt idx="253">
                  <c:v>10598.164049116302</c:v>
                </c:pt>
                <c:pt idx="254">
                  <c:v>10598.164049116302</c:v>
                </c:pt>
                <c:pt idx="255">
                  <c:v>10598.164049116302</c:v>
                </c:pt>
                <c:pt idx="256">
                  <c:v>10598.164049116302</c:v>
                </c:pt>
                <c:pt idx="257">
                  <c:v>10598.164049116302</c:v>
                </c:pt>
                <c:pt idx="258">
                  <c:v>10674.323702412614</c:v>
                </c:pt>
                <c:pt idx="259">
                  <c:v>10674.323702412614</c:v>
                </c:pt>
                <c:pt idx="260">
                  <c:v>10674.323702412614</c:v>
                </c:pt>
                <c:pt idx="261">
                  <c:v>10764.205934477224</c:v>
                </c:pt>
                <c:pt idx="262">
                  <c:v>10764.205934477224</c:v>
                </c:pt>
                <c:pt idx="263">
                  <c:v>10764.205934477224</c:v>
                </c:pt>
                <c:pt idx="264">
                  <c:v>10853.517956458152</c:v>
                </c:pt>
                <c:pt idx="265">
                  <c:v>10906.291307511801</c:v>
                </c:pt>
                <c:pt idx="266">
                  <c:v>10906.291307511801</c:v>
                </c:pt>
                <c:pt idx="267">
                  <c:v>10906.291307511801</c:v>
                </c:pt>
                <c:pt idx="268">
                  <c:v>10906.291307511801</c:v>
                </c:pt>
                <c:pt idx="269">
                  <c:v>10997.291231361785</c:v>
                </c:pt>
                <c:pt idx="270">
                  <c:v>10997.291231361785</c:v>
                </c:pt>
                <c:pt idx="271">
                  <c:v>11092.587078071687</c:v>
                </c:pt>
                <c:pt idx="272">
                  <c:v>11184.094914944808</c:v>
                </c:pt>
                <c:pt idx="273">
                  <c:v>11184.094914944808</c:v>
                </c:pt>
                <c:pt idx="274">
                  <c:v>11184.094914944808</c:v>
                </c:pt>
                <c:pt idx="275">
                  <c:v>11259.71805523076</c:v>
                </c:pt>
                <c:pt idx="276">
                  <c:v>11259.71805523076</c:v>
                </c:pt>
                <c:pt idx="277">
                  <c:v>11259.71805523076</c:v>
                </c:pt>
                <c:pt idx="278">
                  <c:v>11259.71805523076</c:v>
                </c:pt>
                <c:pt idx="279">
                  <c:v>11361.663342329488</c:v>
                </c:pt>
                <c:pt idx="280">
                  <c:v>11361.663342329488</c:v>
                </c:pt>
                <c:pt idx="281">
                  <c:v>11459.438049090908</c:v>
                </c:pt>
                <c:pt idx="282">
                  <c:v>11459.438049090908</c:v>
                </c:pt>
                <c:pt idx="283">
                  <c:v>11459.438049090908</c:v>
                </c:pt>
                <c:pt idx="284">
                  <c:v>11459.438049090908</c:v>
                </c:pt>
                <c:pt idx="285">
                  <c:v>11459.438049090908</c:v>
                </c:pt>
                <c:pt idx="286">
                  <c:v>11459.438049090908</c:v>
                </c:pt>
                <c:pt idx="287">
                  <c:v>11559.377228576379</c:v>
                </c:pt>
                <c:pt idx="288">
                  <c:v>11559.377228576379</c:v>
                </c:pt>
                <c:pt idx="289">
                  <c:v>11559.377228576379</c:v>
                </c:pt>
                <c:pt idx="290">
                  <c:v>11661.270011323084</c:v>
                </c:pt>
                <c:pt idx="291">
                  <c:v>11742.627423932849</c:v>
                </c:pt>
                <c:pt idx="292">
                  <c:v>11844.395643630727</c:v>
                </c:pt>
                <c:pt idx="293">
                  <c:v>11937.892945458807</c:v>
                </c:pt>
                <c:pt idx="294">
                  <c:v>11937.892945458807</c:v>
                </c:pt>
                <c:pt idx="295">
                  <c:v>11937.892945458807</c:v>
                </c:pt>
                <c:pt idx="296">
                  <c:v>12026.460257746956</c:v>
                </c:pt>
                <c:pt idx="297">
                  <c:v>12110.714935771282</c:v>
                </c:pt>
                <c:pt idx="298">
                  <c:v>12214.642425647397</c:v>
                </c:pt>
                <c:pt idx="299">
                  <c:v>12303.474104260358</c:v>
                </c:pt>
                <c:pt idx="300">
                  <c:v>12303.474104260358</c:v>
                </c:pt>
                <c:pt idx="301">
                  <c:v>12408.125849360209</c:v>
                </c:pt>
                <c:pt idx="302">
                  <c:v>12502.653691219955</c:v>
                </c:pt>
                <c:pt idx="303">
                  <c:v>12605.896310031247</c:v>
                </c:pt>
                <c:pt idx="304">
                  <c:v>12726.909729815527</c:v>
                </c:pt>
                <c:pt idx="305">
                  <c:v>12726.909729815527</c:v>
                </c:pt>
                <c:pt idx="306">
                  <c:v>12726.909729815527</c:v>
                </c:pt>
                <c:pt idx="307">
                  <c:v>12813.703351150481</c:v>
                </c:pt>
                <c:pt idx="308">
                  <c:v>12813.703351150481</c:v>
                </c:pt>
                <c:pt idx="309">
                  <c:v>12813.703351150481</c:v>
                </c:pt>
                <c:pt idx="310">
                  <c:v>12813.703351150481</c:v>
                </c:pt>
                <c:pt idx="311">
                  <c:v>12909.92819276351</c:v>
                </c:pt>
                <c:pt idx="312">
                  <c:v>12909.92819276351</c:v>
                </c:pt>
                <c:pt idx="313">
                  <c:v>12909.92819276351</c:v>
                </c:pt>
                <c:pt idx="314">
                  <c:v>13007.754538668616</c:v>
                </c:pt>
                <c:pt idx="315">
                  <c:v>13091.92238252775</c:v>
                </c:pt>
                <c:pt idx="316">
                  <c:v>13173.541234548118</c:v>
                </c:pt>
                <c:pt idx="317">
                  <c:v>13173.541234548118</c:v>
                </c:pt>
                <c:pt idx="318">
                  <c:v>13173.541234548118</c:v>
                </c:pt>
                <c:pt idx="319">
                  <c:v>13249.09594692407</c:v>
                </c:pt>
                <c:pt idx="320">
                  <c:v>13249.09594692407</c:v>
                </c:pt>
                <c:pt idx="321">
                  <c:v>13249.09594692407</c:v>
                </c:pt>
                <c:pt idx="322">
                  <c:v>13336.93494490541</c:v>
                </c:pt>
                <c:pt idx="323">
                  <c:v>13429.862798271204</c:v>
                </c:pt>
                <c:pt idx="324">
                  <c:v>13429.862798271204</c:v>
                </c:pt>
                <c:pt idx="325">
                  <c:v>13429.862798271204</c:v>
                </c:pt>
                <c:pt idx="326">
                  <c:v>13429.862798271204</c:v>
                </c:pt>
                <c:pt idx="327">
                  <c:v>13429.862798271204</c:v>
                </c:pt>
                <c:pt idx="328">
                  <c:v>13429.862798271204</c:v>
                </c:pt>
                <c:pt idx="329">
                  <c:v>13522.571860063343</c:v>
                </c:pt>
                <c:pt idx="330">
                  <c:v>13522.571860063343</c:v>
                </c:pt>
                <c:pt idx="331">
                  <c:v>13522.571860063343</c:v>
                </c:pt>
                <c:pt idx="332">
                  <c:v>13522.571860063343</c:v>
                </c:pt>
                <c:pt idx="333">
                  <c:v>13621.333377041468</c:v>
                </c:pt>
                <c:pt idx="334">
                  <c:v>13621.333377041468</c:v>
                </c:pt>
                <c:pt idx="335">
                  <c:v>13621.333377041468</c:v>
                </c:pt>
                <c:pt idx="336">
                  <c:v>13707.504018451655</c:v>
                </c:pt>
                <c:pt idx="337">
                  <c:v>13707.504018451655</c:v>
                </c:pt>
                <c:pt idx="338">
                  <c:v>13707.504018451655</c:v>
                </c:pt>
                <c:pt idx="339">
                  <c:v>13806.535338915992</c:v>
                </c:pt>
                <c:pt idx="340">
                  <c:v>13806.535338915992</c:v>
                </c:pt>
                <c:pt idx="341">
                  <c:v>13806.535338915992</c:v>
                </c:pt>
                <c:pt idx="342">
                  <c:v>13806.535338915992</c:v>
                </c:pt>
                <c:pt idx="343">
                  <c:v>13930.379875759696</c:v>
                </c:pt>
                <c:pt idx="344">
                  <c:v>14045.639353554709</c:v>
                </c:pt>
                <c:pt idx="345">
                  <c:v>14045.639353554709</c:v>
                </c:pt>
                <c:pt idx="346">
                  <c:v>14142.485480810754</c:v>
                </c:pt>
                <c:pt idx="347">
                  <c:v>14142.485480810754</c:v>
                </c:pt>
                <c:pt idx="348">
                  <c:v>14142.485480810754</c:v>
                </c:pt>
                <c:pt idx="349">
                  <c:v>14142.485480810754</c:v>
                </c:pt>
                <c:pt idx="350">
                  <c:v>14142.485480810754</c:v>
                </c:pt>
                <c:pt idx="351">
                  <c:v>14142.485480810754</c:v>
                </c:pt>
                <c:pt idx="352">
                  <c:v>14142.485480810754</c:v>
                </c:pt>
                <c:pt idx="353">
                  <c:v>14142.485480810754</c:v>
                </c:pt>
                <c:pt idx="354">
                  <c:v>14142.485480810754</c:v>
                </c:pt>
                <c:pt idx="355">
                  <c:v>14142.485480810754</c:v>
                </c:pt>
                <c:pt idx="356">
                  <c:v>14231.687666887035</c:v>
                </c:pt>
                <c:pt idx="357">
                  <c:v>14231.687666887035</c:v>
                </c:pt>
                <c:pt idx="358">
                  <c:v>14231.687666887035</c:v>
                </c:pt>
                <c:pt idx="359">
                  <c:v>14340.518332726126</c:v>
                </c:pt>
                <c:pt idx="360">
                  <c:v>14340.518332726126</c:v>
                </c:pt>
                <c:pt idx="361">
                  <c:v>14340.518332726126</c:v>
                </c:pt>
                <c:pt idx="362">
                  <c:v>14340.518332726126</c:v>
                </c:pt>
                <c:pt idx="363">
                  <c:v>14441.905119976547</c:v>
                </c:pt>
                <c:pt idx="364">
                  <c:v>14441.905119976547</c:v>
                </c:pt>
                <c:pt idx="365">
                  <c:v>14441.905119976547</c:v>
                </c:pt>
                <c:pt idx="366">
                  <c:v>14538.858894867602</c:v>
                </c:pt>
                <c:pt idx="367">
                  <c:v>14635.933583644763</c:v>
                </c:pt>
                <c:pt idx="368">
                  <c:v>14765.777291938859</c:v>
                </c:pt>
                <c:pt idx="369">
                  <c:v>14836.189040819781</c:v>
                </c:pt>
                <c:pt idx="370">
                  <c:v>14924.154639220336</c:v>
                </c:pt>
                <c:pt idx="371">
                  <c:v>14924.154639220336</c:v>
                </c:pt>
                <c:pt idx="372">
                  <c:v>15043.557930167712</c:v>
                </c:pt>
                <c:pt idx="373">
                  <c:v>15095.62022353671</c:v>
                </c:pt>
                <c:pt idx="374">
                  <c:v>15095.62022353671</c:v>
                </c:pt>
                <c:pt idx="375">
                  <c:v>15194.99452941086</c:v>
                </c:pt>
                <c:pt idx="376">
                  <c:v>15234.46269868826</c:v>
                </c:pt>
                <c:pt idx="377">
                  <c:v>15309.503180152598</c:v>
                </c:pt>
                <c:pt idx="378">
                  <c:v>15416.521570873883</c:v>
                </c:pt>
                <c:pt idx="379">
                  <c:v>15504.418431997983</c:v>
                </c:pt>
                <c:pt idx="380">
                  <c:v>15504.418431997983</c:v>
                </c:pt>
                <c:pt idx="381">
                  <c:v>15568.924427838723</c:v>
                </c:pt>
                <c:pt idx="382">
                  <c:v>15645.74447235544</c:v>
                </c:pt>
                <c:pt idx="383">
                  <c:v>15645.74447235544</c:v>
                </c:pt>
                <c:pt idx="384">
                  <c:v>15645.74447235544</c:v>
                </c:pt>
                <c:pt idx="385">
                  <c:v>15747.796648875987</c:v>
                </c:pt>
                <c:pt idx="386">
                  <c:v>15849.837318195647</c:v>
                </c:pt>
                <c:pt idx="387">
                  <c:v>15885.073134545733</c:v>
                </c:pt>
                <c:pt idx="388">
                  <c:v>15885.073134545733</c:v>
                </c:pt>
                <c:pt idx="389">
                  <c:v>15975.239460878334</c:v>
                </c:pt>
                <c:pt idx="390">
                  <c:v>16076.15772364553</c:v>
                </c:pt>
                <c:pt idx="391">
                  <c:v>16166.525747064044</c:v>
                </c:pt>
                <c:pt idx="392">
                  <c:v>16278.558680344568</c:v>
                </c:pt>
                <c:pt idx="393">
                  <c:v>16278.558680344568</c:v>
                </c:pt>
                <c:pt idx="394">
                  <c:v>16278.558680344568</c:v>
                </c:pt>
                <c:pt idx="395">
                  <c:v>16368.926720675256</c:v>
                </c:pt>
                <c:pt idx="396">
                  <c:v>16368.926720675256</c:v>
                </c:pt>
                <c:pt idx="397">
                  <c:v>16368.926720675256</c:v>
                </c:pt>
                <c:pt idx="398">
                  <c:v>16368.926720675256</c:v>
                </c:pt>
                <c:pt idx="399">
                  <c:v>16368.926720675256</c:v>
                </c:pt>
                <c:pt idx="400">
                  <c:v>16368.926720675256</c:v>
                </c:pt>
                <c:pt idx="401">
                  <c:v>16483.93126602182</c:v>
                </c:pt>
                <c:pt idx="402">
                  <c:v>16483.93126602182</c:v>
                </c:pt>
                <c:pt idx="403">
                  <c:v>16483.93126602182</c:v>
                </c:pt>
                <c:pt idx="404">
                  <c:v>16483.93126602182</c:v>
                </c:pt>
                <c:pt idx="405">
                  <c:v>16483.93126602182</c:v>
                </c:pt>
                <c:pt idx="406">
                  <c:v>16483.93126602182</c:v>
                </c:pt>
                <c:pt idx="407">
                  <c:v>16483.93126602182</c:v>
                </c:pt>
                <c:pt idx="408">
                  <c:v>16483.93126602182</c:v>
                </c:pt>
                <c:pt idx="409">
                  <c:v>16483.93126602182</c:v>
                </c:pt>
                <c:pt idx="410">
                  <c:v>16592.984225337597</c:v>
                </c:pt>
                <c:pt idx="411">
                  <c:v>16592.984225337597</c:v>
                </c:pt>
                <c:pt idx="412">
                  <c:v>16592.984225337597</c:v>
                </c:pt>
                <c:pt idx="413">
                  <c:v>16592.984225337597</c:v>
                </c:pt>
                <c:pt idx="414">
                  <c:v>16702.024005652536</c:v>
                </c:pt>
                <c:pt idx="415">
                  <c:v>16702.024005652536</c:v>
                </c:pt>
                <c:pt idx="416">
                  <c:v>16702.024005652536</c:v>
                </c:pt>
                <c:pt idx="417">
                  <c:v>16702.024005652536</c:v>
                </c:pt>
                <c:pt idx="418">
                  <c:v>16702.024005652536</c:v>
                </c:pt>
                <c:pt idx="419">
                  <c:v>16798.252739476837</c:v>
                </c:pt>
                <c:pt idx="420">
                  <c:v>16907.296738147787</c:v>
                </c:pt>
                <c:pt idx="421">
                  <c:v>16907.296738147787</c:v>
                </c:pt>
                <c:pt idx="422">
                  <c:v>17002.195323857897</c:v>
                </c:pt>
                <c:pt idx="423">
                  <c:v>17002.195323857897</c:v>
                </c:pt>
                <c:pt idx="424">
                  <c:v>17002.195323857897</c:v>
                </c:pt>
                <c:pt idx="425">
                  <c:v>17002.195323857897</c:v>
                </c:pt>
                <c:pt idx="426">
                  <c:v>17095.955741968744</c:v>
                </c:pt>
                <c:pt idx="427">
                  <c:v>17168.796096261274</c:v>
                </c:pt>
                <c:pt idx="428">
                  <c:v>17168.796096261274</c:v>
                </c:pt>
                <c:pt idx="429">
                  <c:v>17168.796096261274</c:v>
                </c:pt>
                <c:pt idx="430">
                  <c:v>17168.796096261274</c:v>
                </c:pt>
                <c:pt idx="431">
                  <c:v>17168.796096261274</c:v>
                </c:pt>
                <c:pt idx="432">
                  <c:v>17168.796096261274</c:v>
                </c:pt>
                <c:pt idx="433">
                  <c:v>17168.796096261274</c:v>
                </c:pt>
                <c:pt idx="434">
                  <c:v>17264.09504445934</c:v>
                </c:pt>
                <c:pt idx="435">
                  <c:v>17264.09504445934</c:v>
                </c:pt>
                <c:pt idx="436">
                  <c:v>17264.09504445934</c:v>
                </c:pt>
                <c:pt idx="437">
                  <c:v>17264.09504445934</c:v>
                </c:pt>
                <c:pt idx="438">
                  <c:v>17368.837303998538</c:v>
                </c:pt>
                <c:pt idx="439">
                  <c:v>17368.837303998538</c:v>
                </c:pt>
                <c:pt idx="440">
                  <c:v>17368.837303998538</c:v>
                </c:pt>
                <c:pt idx="441">
                  <c:v>17450.3518835735</c:v>
                </c:pt>
                <c:pt idx="442">
                  <c:v>17539.2174792921</c:v>
                </c:pt>
                <c:pt idx="443">
                  <c:v>17539.2174792921</c:v>
                </c:pt>
                <c:pt idx="444">
                  <c:v>17539.2174792921</c:v>
                </c:pt>
                <c:pt idx="445">
                  <c:v>17539.2174792921</c:v>
                </c:pt>
                <c:pt idx="446">
                  <c:v>17539.2174792921</c:v>
                </c:pt>
                <c:pt idx="447">
                  <c:v>17539.2174792921</c:v>
                </c:pt>
                <c:pt idx="448">
                  <c:v>17539.2174792921</c:v>
                </c:pt>
                <c:pt idx="449">
                  <c:v>17636.711713151297</c:v>
                </c:pt>
                <c:pt idx="450">
                  <c:v>17636.711713151297</c:v>
                </c:pt>
                <c:pt idx="451">
                  <c:v>17636.711713151297</c:v>
                </c:pt>
                <c:pt idx="452">
                  <c:v>17636.711713151297</c:v>
                </c:pt>
                <c:pt idx="453">
                  <c:v>17636.711713151297</c:v>
                </c:pt>
                <c:pt idx="454">
                  <c:v>17716.006504317502</c:v>
                </c:pt>
                <c:pt idx="455">
                  <c:v>17716.006504317502</c:v>
                </c:pt>
                <c:pt idx="456">
                  <c:v>17716.006504317502</c:v>
                </c:pt>
                <c:pt idx="457">
                  <c:v>17817.973988348407</c:v>
                </c:pt>
                <c:pt idx="458">
                  <c:v>17889.60149310905</c:v>
                </c:pt>
                <c:pt idx="459">
                  <c:v>17986.443542986377</c:v>
                </c:pt>
                <c:pt idx="460">
                  <c:v>17986.443542986377</c:v>
                </c:pt>
                <c:pt idx="461">
                  <c:v>18092.161302346267</c:v>
                </c:pt>
                <c:pt idx="462">
                  <c:v>18092.161302346267</c:v>
                </c:pt>
                <c:pt idx="463">
                  <c:v>18092.161302346267</c:v>
                </c:pt>
                <c:pt idx="464">
                  <c:v>18092.161302346267</c:v>
                </c:pt>
                <c:pt idx="465">
                  <c:v>18092.161302346267</c:v>
                </c:pt>
                <c:pt idx="466">
                  <c:v>18190.00376482733</c:v>
                </c:pt>
                <c:pt idx="467">
                  <c:v>18291.07484730034</c:v>
                </c:pt>
                <c:pt idx="468">
                  <c:v>18291.07484730034</c:v>
                </c:pt>
                <c:pt idx="469">
                  <c:v>18291.07484730034</c:v>
                </c:pt>
                <c:pt idx="470">
                  <c:v>18291.07484730034</c:v>
                </c:pt>
                <c:pt idx="471">
                  <c:v>18291.07484730034</c:v>
                </c:pt>
                <c:pt idx="472">
                  <c:v>18291.07484730034</c:v>
                </c:pt>
                <c:pt idx="473">
                  <c:v>18291.07484730034</c:v>
                </c:pt>
                <c:pt idx="474">
                  <c:v>18291.07484730034</c:v>
                </c:pt>
                <c:pt idx="475">
                  <c:v>18291.07484730034</c:v>
                </c:pt>
                <c:pt idx="476">
                  <c:v>18291.07484730034</c:v>
                </c:pt>
                <c:pt idx="477">
                  <c:v>18291.07484730034</c:v>
                </c:pt>
                <c:pt idx="478">
                  <c:v>18291.07484730034</c:v>
                </c:pt>
                <c:pt idx="479">
                  <c:v>18291.07484730034</c:v>
                </c:pt>
                <c:pt idx="480">
                  <c:v>18373.592998755088</c:v>
                </c:pt>
                <c:pt idx="481">
                  <c:v>18456.121443093107</c:v>
                </c:pt>
                <c:pt idx="482">
                  <c:v>18556.96918692409</c:v>
                </c:pt>
                <c:pt idx="483">
                  <c:v>18556.96918692409</c:v>
                </c:pt>
                <c:pt idx="484">
                  <c:v>18556.96918692409</c:v>
                </c:pt>
                <c:pt idx="485">
                  <c:v>18556.96918692409</c:v>
                </c:pt>
                <c:pt idx="486">
                  <c:v>18556.96918692409</c:v>
                </c:pt>
                <c:pt idx="487">
                  <c:v>18556.96918692409</c:v>
                </c:pt>
                <c:pt idx="488">
                  <c:v>18556.96918692409</c:v>
                </c:pt>
                <c:pt idx="489">
                  <c:v>18556.96918692409</c:v>
                </c:pt>
                <c:pt idx="490">
                  <c:v>18556.96918692409</c:v>
                </c:pt>
                <c:pt idx="491">
                  <c:v>18628.235433533682</c:v>
                </c:pt>
                <c:pt idx="492">
                  <c:v>18728.09034788181</c:v>
                </c:pt>
                <c:pt idx="493">
                  <c:v>18808.734791174094</c:v>
                </c:pt>
                <c:pt idx="494">
                  <c:v>18910.902372031076</c:v>
                </c:pt>
                <c:pt idx="495">
                  <c:v>18910.902372031076</c:v>
                </c:pt>
                <c:pt idx="496">
                  <c:v>18991.089594699028</c:v>
                </c:pt>
                <c:pt idx="497">
                  <c:v>18991.089594699028</c:v>
                </c:pt>
                <c:pt idx="498">
                  <c:v>18991.089594699028</c:v>
                </c:pt>
                <c:pt idx="499">
                  <c:v>19066.401799011306</c:v>
                </c:pt>
                <c:pt idx="500">
                  <c:v>19166.256713359435</c:v>
                </c:pt>
                <c:pt idx="501">
                  <c:v>19166.256713359435</c:v>
                </c:pt>
                <c:pt idx="502">
                  <c:v>19166.256713359435</c:v>
                </c:pt>
                <c:pt idx="503">
                  <c:v>19166.256713359435</c:v>
                </c:pt>
                <c:pt idx="504">
                  <c:v>19273.201769857722</c:v>
                </c:pt>
                <c:pt idx="505">
                  <c:v>19273.201769857722</c:v>
                </c:pt>
                <c:pt idx="506">
                  <c:v>19273.201769857722</c:v>
                </c:pt>
                <c:pt idx="507">
                  <c:v>19348.51397417</c:v>
                </c:pt>
                <c:pt idx="508">
                  <c:v>19348.51397417</c:v>
                </c:pt>
                <c:pt idx="509">
                  <c:v>19348.51397417</c:v>
                </c:pt>
                <c:pt idx="510">
                  <c:v>19348.51397417</c:v>
                </c:pt>
                <c:pt idx="511">
                  <c:v>19348.51397417</c:v>
                </c:pt>
                <c:pt idx="512">
                  <c:v>19348.51397417</c:v>
                </c:pt>
                <c:pt idx="513">
                  <c:v>19530.434120883852</c:v>
                </c:pt>
                <c:pt idx="514">
                  <c:v>19530.434120883852</c:v>
                </c:pt>
                <c:pt idx="515">
                  <c:v>19606.085424978824</c:v>
                </c:pt>
                <c:pt idx="516">
                  <c:v>19606.085424978824</c:v>
                </c:pt>
                <c:pt idx="517">
                  <c:v>19606.085424978824</c:v>
                </c:pt>
                <c:pt idx="518">
                  <c:v>19721.713735595946</c:v>
                </c:pt>
                <c:pt idx="519">
                  <c:v>19721.713735595946</c:v>
                </c:pt>
                <c:pt idx="520">
                  <c:v>19721.713735595946</c:v>
                </c:pt>
                <c:pt idx="521">
                  <c:v>19721.713735595946</c:v>
                </c:pt>
                <c:pt idx="522">
                  <c:v>19721.713735595946</c:v>
                </c:pt>
                <c:pt idx="523">
                  <c:v>19839.09174552045</c:v>
                </c:pt>
                <c:pt idx="524">
                  <c:v>19968.501911188952</c:v>
                </c:pt>
                <c:pt idx="525">
                  <c:v>19968.501911188952</c:v>
                </c:pt>
                <c:pt idx="526">
                  <c:v>19968.501911188952</c:v>
                </c:pt>
                <c:pt idx="527">
                  <c:v>19968.501911188952</c:v>
                </c:pt>
                <c:pt idx="528">
                  <c:v>20082.178391634887</c:v>
                </c:pt>
                <c:pt idx="529">
                  <c:v>20082.178391634887</c:v>
                </c:pt>
                <c:pt idx="530">
                  <c:v>20082.178391634887</c:v>
                </c:pt>
                <c:pt idx="531">
                  <c:v>20173.12430706697</c:v>
                </c:pt>
                <c:pt idx="532">
                  <c:v>20173.12430706697</c:v>
                </c:pt>
                <c:pt idx="533">
                  <c:v>20173.12430706697</c:v>
                </c:pt>
                <c:pt idx="534">
                  <c:v>20244.67977322541</c:v>
                </c:pt>
                <c:pt idx="535">
                  <c:v>20359.846653412602</c:v>
                </c:pt>
                <c:pt idx="536">
                  <c:v>20359.846653412602</c:v>
                </c:pt>
                <c:pt idx="537">
                  <c:v>20457.295358185544</c:v>
                </c:pt>
                <c:pt idx="538">
                  <c:v>20457.295358185544</c:v>
                </c:pt>
                <c:pt idx="539">
                  <c:v>20457.295358185544</c:v>
                </c:pt>
                <c:pt idx="540">
                  <c:v>20457.295358185544</c:v>
                </c:pt>
                <c:pt idx="541">
                  <c:v>20457.295358185544</c:v>
                </c:pt>
                <c:pt idx="542">
                  <c:v>20457.295358185544</c:v>
                </c:pt>
                <c:pt idx="543">
                  <c:v>20457.295358185544</c:v>
                </c:pt>
                <c:pt idx="544">
                  <c:v>20457.295358185544</c:v>
                </c:pt>
                <c:pt idx="545">
                  <c:v>20457.295358185544</c:v>
                </c:pt>
                <c:pt idx="546">
                  <c:v>20457.295358185544</c:v>
                </c:pt>
                <c:pt idx="547">
                  <c:v>20457.295358185544</c:v>
                </c:pt>
                <c:pt idx="548">
                  <c:v>20457.295358185544</c:v>
                </c:pt>
                <c:pt idx="549">
                  <c:v>20457.295358185544</c:v>
                </c:pt>
                <c:pt idx="550">
                  <c:v>20457.295358185544</c:v>
                </c:pt>
                <c:pt idx="551">
                  <c:v>20457.295358185544</c:v>
                </c:pt>
                <c:pt idx="552">
                  <c:v>20457.295358185544</c:v>
                </c:pt>
                <c:pt idx="553">
                  <c:v>20457.295358185544</c:v>
                </c:pt>
                <c:pt idx="554">
                  <c:v>20457.295358185544</c:v>
                </c:pt>
                <c:pt idx="555">
                  <c:v>20457.295358185544</c:v>
                </c:pt>
                <c:pt idx="556">
                  <c:v>20457.295358185544</c:v>
                </c:pt>
                <c:pt idx="557">
                  <c:v>20457.295358185544</c:v>
                </c:pt>
                <c:pt idx="558">
                  <c:v>20457.295358185544</c:v>
                </c:pt>
                <c:pt idx="559">
                  <c:v>20641.10488218658</c:v>
                </c:pt>
                <c:pt idx="560">
                  <c:v>20641.10488218658</c:v>
                </c:pt>
                <c:pt idx="561">
                  <c:v>20641.10488218658</c:v>
                </c:pt>
                <c:pt idx="562">
                  <c:v>20641.10488218658</c:v>
                </c:pt>
                <c:pt idx="563">
                  <c:v>20641.10488218658</c:v>
                </c:pt>
                <c:pt idx="564">
                  <c:v>20641.10488218658</c:v>
                </c:pt>
                <c:pt idx="565">
                  <c:v>20641.10488218658</c:v>
                </c:pt>
                <c:pt idx="566">
                  <c:v>20734.55037365521</c:v>
                </c:pt>
                <c:pt idx="567">
                  <c:v>20734.55037365521</c:v>
                </c:pt>
                <c:pt idx="568">
                  <c:v>20734.55037365521</c:v>
                </c:pt>
                <c:pt idx="569">
                  <c:v>20815.060977765756</c:v>
                </c:pt>
                <c:pt idx="570">
                  <c:v>20815.060977765756</c:v>
                </c:pt>
                <c:pt idx="571">
                  <c:v>20815.060977765756</c:v>
                </c:pt>
                <c:pt idx="572">
                  <c:v>20815.060977765756</c:v>
                </c:pt>
                <c:pt idx="573">
                  <c:v>20901.074101963623</c:v>
                </c:pt>
                <c:pt idx="574">
                  <c:v>20901.074101963623</c:v>
                </c:pt>
                <c:pt idx="575">
                  <c:v>20901.074101963623</c:v>
                </c:pt>
                <c:pt idx="576">
                  <c:v>20901.074101963623</c:v>
                </c:pt>
                <c:pt idx="577">
                  <c:v>20901.074101963623</c:v>
                </c:pt>
                <c:pt idx="578">
                  <c:v>20901.074101963623</c:v>
                </c:pt>
                <c:pt idx="579">
                  <c:v>20901.074101963623</c:v>
                </c:pt>
                <c:pt idx="580">
                  <c:v>20901.074101963623</c:v>
                </c:pt>
                <c:pt idx="581">
                  <c:v>20901.074101963623</c:v>
                </c:pt>
                <c:pt idx="582">
                  <c:v>20901.074101963623</c:v>
                </c:pt>
                <c:pt idx="583">
                  <c:v>20901.074101963623</c:v>
                </c:pt>
                <c:pt idx="584">
                  <c:v>20901.074101963623</c:v>
                </c:pt>
                <c:pt idx="585">
                  <c:v>20901.074101963623</c:v>
                </c:pt>
                <c:pt idx="586">
                  <c:v>20901.074101963623</c:v>
                </c:pt>
                <c:pt idx="587">
                  <c:v>20901.074101963623</c:v>
                </c:pt>
                <c:pt idx="588">
                  <c:v>20901.074101963623</c:v>
                </c:pt>
                <c:pt idx="589">
                  <c:v>20901.074101963623</c:v>
                </c:pt>
                <c:pt idx="590">
                  <c:v>20901.074101963623</c:v>
                </c:pt>
                <c:pt idx="591">
                  <c:v>21012.328510947253</c:v>
                </c:pt>
                <c:pt idx="592">
                  <c:v>21012.328510947253</c:v>
                </c:pt>
                <c:pt idx="593">
                  <c:v>21012.328510947253</c:v>
                </c:pt>
                <c:pt idx="594">
                  <c:v>21126.00497973719</c:v>
                </c:pt>
                <c:pt idx="595">
                  <c:v>21126.00497973719</c:v>
                </c:pt>
                <c:pt idx="596">
                  <c:v>21211.02403471432</c:v>
                </c:pt>
                <c:pt idx="597">
                  <c:v>21211.02403471432</c:v>
                </c:pt>
                <c:pt idx="598">
                  <c:v>21211.02403471432</c:v>
                </c:pt>
                <c:pt idx="599">
                  <c:v>21211.02403471432</c:v>
                </c:pt>
                <c:pt idx="600">
                  <c:v>21313.024858869612</c:v>
                </c:pt>
                <c:pt idx="601">
                  <c:v>21313.024858869612</c:v>
                </c:pt>
                <c:pt idx="602">
                  <c:v>21313.024858869612</c:v>
                </c:pt>
                <c:pt idx="603">
                  <c:v>21428.936905752813</c:v>
                </c:pt>
                <c:pt idx="604">
                  <c:v>21428.936905752813</c:v>
                </c:pt>
                <c:pt idx="605">
                  <c:v>21428.936905752813</c:v>
                </c:pt>
                <c:pt idx="606">
                  <c:v>21428.936905752813</c:v>
                </c:pt>
                <c:pt idx="607">
                  <c:v>21428.936905752813</c:v>
                </c:pt>
                <c:pt idx="608">
                  <c:v>21428.936905752813</c:v>
                </c:pt>
                <c:pt idx="609">
                  <c:v>21428.936905752813</c:v>
                </c:pt>
                <c:pt idx="610">
                  <c:v>21428.936905752813</c:v>
                </c:pt>
                <c:pt idx="611">
                  <c:v>21428.936905752813</c:v>
                </c:pt>
                <c:pt idx="612">
                  <c:v>21428.936905752813</c:v>
                </c:pt>
                <c:pt idx="613">
                  <c:v>21428.936905752813</c:v>
                </c:pt>
                <c:pt idx="614">
                  <c:v>21428.936905752813</c:v>
                </c:pt>
                <c:pt idx="615">
                  <c:v>21428.936905752813</c:v>
                </c:pt>
                <c:pt idx="616">
                  <c:v>21428.936905752813</c:v>
                </c:pt>
                <c:pt idx="617">
                  <c:v>21428.936905752813</c:v>
                </c:pt>
                <c:pt idx="618">
                  <c:v>21428.936905752813</c:v>
                </c:pt>
                <c:pt idx="619">
                  <c:v>21428.936905752813</c:v>
                </c:pt>
                <c:pt idx="620">
                  <c:v>21428.936905752813</c:v>
                </c:pt>
                <c:pt idx="621">
                  <c:v>21428.936905752813</c:v>
                </c:pt>
                <c:pt idx="622">
                  <c:v>21428.936905752813</c:v>
                </c:pt>
                <c:pt idx="623">
                  <c:v>21428.936905752813</c:v>
                </c:pt>
                <c:pt idx="624">
                  <c:v>21428.936905752813</c:v>
                </c:pt>
                <c:pt idx="625">
                  <c:v>21428.936905752813</c:v>
                </c:pt>
                <c:pt idx="626">
                  <c:v>21428.936905752813</c:v>
                </c:pt>
                <c:pt idx="627">
                  <c:v>21428.936905752813</c:v>
                </c:pt>
                <c:pt idx="628">
                  <c:v>21428.936905752813</c:v>
                </c:pt>
                <c:pt idx="629">
                  <c:v>21428.936905752813</c:v>
                </c:pt>
                <c:pt idx="630">
                  <c:v>21428.936905752813</c:v>
                </c:pt>
                <c:pt idx="631">
                  <c:v>21428.936905752813</c:v>
                </c:pt>
                <c:pt idx="632">
                  <c:v>21428.936905752813</c:v>
                </c:pt>
                <c:pt idx="633">
                  <c:v>21428.936905752813</c:v>
                </c:pt>
                <c:pt idx="634">
                  <c:v>21526.86644820066</c:v>
                </c:pt>
                <c:pt idx="635">
                  <c:v>21526.86644820066</c:v>
                </c:pt>
                <c:pt idx="636">
                  <c:v>21526.86644820066</c:v>
                </c:pt>
                <c:pt idx="637">
                  <c:v>21639.66036369594</c:v>
                </c:pt>
                <c:pt idx="638">
                  <c:v>21639.66036369594</c:v>
                </c:pt>
                <c:pt idx="639">
                  <c:v>21639.66036369594</c:v>
                </c:pt>
                <c:pt idx="640">
                  <c:v>21639.66036369594</c:v>
                </c:pt>
                <c:pt idx="641">
                  <c:v>21639.66036369594</c:v>
                </c:pt>
                <c:pt idx="642">
                  <c:v>21639.66036369594</c:v>
                </c:pt>
                <c:pt idx="643">
                  <c:v>21639.66036369594</c:v>
                </c:pt>
                <c:pt idx="644">
                  <c:v>21639.66036369594</c:v>
                </c:pt>
                <c:pt idx="645">
                  <c:v>21639.66036369594</c:v>
                </c:pt>
                <c:pt idx="646">
                  <c:v>21639.66036369594</c:v>
                </c:pt>
                <c:pt idx="647">
                  <c:v>21639.66036369594</c:v>
                </c:pt>
                <c:pt idx="648">
                  <c:v>21639.66036369594</c:v>
                </c:pt>
                <c:pt idx="649">
                  <c:v>21639.66036369594</c:v>
                </c:pt>
                <c:pt idx="650">
                  <c:v>21639.66036369594</c:v>
                </c:pt>
                <c:pt idx="651">
                  <c:v>21639.66036369594</c:v>
                </c:pt>
                <c:pt idx="652">
                  <c:v>21699.579944906116</c:v>
                </c:pt>
                <c:pt idx="653">
                  <c:v>21699.579944906116</c:v>
                </c:pt>
                <c:pt idx="654">
                  <c:v>21699.579944906116</c:v>
                </c:pt>
                <c:pt idx="655">
                  <c:v>21699.579944906116</c:v>
                </c:pt>
                <c:pt idx="656">
                  <c:v>21699.579944906116</c:v>
                </c:pt>
                <c:pt idx="657">
                  <c:v>21787.30300871623</c:v>
                </c:pt>
                <c:pt idx="658">
                  <c:v>21787.30300871623</c:v>
                </c:pt>
                <c:pt idx="659">
                  <c:v>21787.30300871623</c:v>
                </c:pt>
                <c:pt idx="660">
                  <c:v>21787.30300871623</c:v>
                </c:pt>
                <c:pt idx="661">
                  <c:v>21787.30300871623</c:v>
                </c:pt>
                <c:pt idx="662">
                  <c:v>21787.30300871623</c:v>
                </c:pt>
                <c:pt idx="663">
                  <c:v>21878.47368991991</c:v>
                </c:pt>
                <c:pt idx="664">
                  <c:v>21965.101992057596</c:v>
                </c:pt>
                <c:pt idx="665">
                  <c:v>22056.19573755949</c:v>
                </c:pt>
                <c:pt idx="666">
                  <c:v>22167.195432076864</c:v>
                </c:pt>
                <c:pt idx="667">
                  <c:v>22262.6946549104</c:v>
                </c:pt>
                <c:pt idx="668">
                  <c:v>22262.6946549104</c:v>
                </c:pt>
                <c:pt idx="669">
                  <c:v>22262.6946549104</c:v>
                </c:pt>
                <c:pt idx="670">
                  <c:v>22357.68547335468</c:v>
                </c:pt>
                <c:pt idx="671">
                  <c:v>22428.410542786867</c:v>
                </c:pt>
                <c:pt idx="672">
                  <c:v>22428.410542786867</c:v>
                </c:pt>
                <c:pt idx="673">
                  <c:v>22521.883820129362</c:v>
                </c:pt>
                <c:pt idx="674">
                  <c:v>22602.33846256445</c:v>
                </c:pt>
                <c:pt idx="675">
                  <c:v>22602.33846256445</c:v>
                </c:pt>
                <c:pt idx="676">
                  <c:v>22748.260773057056</c:v>
                </c:pt>
                <c:pt idx="677">
                  <c:v>22864.508497815335</c:v>
                </c:pt>
                <c:pt idx="678">
                  <c:v>22864.508497815335</c:v>
                </c:pt>
                <c:pt idx="679">
                  <c:v>22864.508497815335</c:v>
                </c:pt>
                <c:pt idx="680">
                  <c:v>22982.209190846213</c:v>
                </c:pt>
                <c:pt idx="681">
                  <c:v>22982.209190846213</c:v>
                </c:pt>
                <c:pt idx="682">
                  <c:v>23075.711495007326</c:v>
                </c:pt>
                <c:pt idx="683">
                  <c:v>23075.711495007326</c:v>
                </c:pt>
                <c:pt idx="684">
                  <c:v>23169.257166560565</c:v>
                </c:pt>
                <c:pt idx="685">
                  <c:v>23278.78850353369</c:v>
                </c:pt>
                <c:pt idx="686">
                  <c:v>23278.78850353369</c:v>
                </c:pt>
                <c:pt idx="687">
                  <c:v>23278.78850353369</c:v>
                </c:pt>
                <c:pt idx="688">
                  <c:v>23382.824118149034</c:v>
                </c:pt>
                <c:pt idx="689">
                  <c:v>23382.824118149034</c:v>
                </c:pt>
                <c:pt idx="690">
                  <c:v>23511.23510445774</c:v>
                </c:pt>
                <c:pt idx="691">
                  <c:v>23511.23510445774</c:v>
                </c:pt>
                <c:pt idx="692">
                  <c:v>23511.23510445774</c:v>
                </c:pt>
                <c:pt idx="693">
                  <c:v>23511.23510445774</c:v>
                </c:pt>
                <c:pt idx="694">
                  <c:v>23575.942733727523</c:v>
                </c:pt>
                <c:pt idx="695">
                  <c:v>23672.107415139755</c:v>
                </c:pt>
                <c:pt idx="696">
                  <c:v>23672.107415139755</c:v>
                </c:pt>
                <c:pt idx="697">
                  <c:v>23672.107415139755</c:v>
                </c:pt>
                <c:pt idx="698">
                  <c:v>23843.237432368718</c:v>
                </c:pt>
                <c:pt idx="699">
                  <c:v>23843.237432368718</c:v>
                </c:pt>
                <c:pt idx="700">
                  <c:v>23955.800025893295</c:v>
                </c:pt>
                <c:pt idx="701">
                  <c:v>24040.48560088431</c:v>
                </c:pt>
                <c:pt idx="702">
                  <c:v>24040.48560088431</c:v>
                </c:pt>
                <c:pt idx="703">
                  <c:v>24040.48560088431</c:v>
                </c:pt>
                <c:pt idx="704">
                  <c:v>24040.48560088431</c:v>
                </c:pt>
                <c:pt idx="705">
                  <c:v>24135.06057589845</c:v>
                </c:pt>
                <c:pt idx="706">
                  <c:v>24135.06057589845</c:v>
                </c:pt>
                <c:pt idx="707">
                  <c:v>24135.06057589845</c:v>
                </c:pt>
                <c:pt idx="708">
                  <c:v>24135.06057589845</c:v>
                </c:pt>
                <c:pt idx="709">
                  <c:v>24218.942608623405</c:v>
                </c:pt>
                <c:pt idx="710">
                  <c:v>24319.381091220257</c:v>
                </c:pt>
                <c:pt idx="711">
                  <c:v>24410.651211209202</c:v>
                </c:pt>
                <c:pt idx="712">
                  <c:v>24498.990618657528</c:v>
                </c:pt>
                <c:pt idx="713">
                  <c:v>24498.990618657528</c:v>
                </c:pt>
                <c:pt idx="714">
                  <c:v>24498.990618657528</c:v>
                </c:pt>
                <c:pt idx="715">
                  <c:v>24498.990618657528</c:v>
                </c:pt>
                <c:pt idx="716">
                  <c:v>24498.990618657528</c:v>
                </c:pt>
                <c:pt idx="717">
                  <c:v>24498.990618657528</c:v>
                </c:pt>
                <c:pt idx="718">
                  <c:v>24498.990618657528</c:v>
                </c:pt>
                <c:pt idx="719">
                  <c:v>24498.990618657528</c:v>
                </c:pt>
                <c:pt idx="720">
                  <c:v>24498.990618657528</c:v>
                </c:pt>
                <c:pt idx="721">
                  <c:v>24498.990618657528</c:v>
                </c:pt>
                <c:pt idx="722">
                  <c:v>24546.20926354383</c:v>
                </c:pt>
                <c:pt idx="723">
                  <c:v>24652.154863039857</c:v>
                </c:pt>
                <c:pt idx="724">
                  <c:v>24652.154863039857</c:v>
                </c:pt>
                <c:pt idx="725">
                  <c:v>24652.154863039857</c:v>
                </c:pt>
                <c:pt idx="726">
                  <c:v>24652.154863039857</c:v>
                </c:pt>
                <c:pt idx="727">
                  <c:v>24652.154863039857</c:v>
                </c:pt>
                <c:pt idx="728">
                  <c:v>24652.154863039857</c:v>
                </c:pt>
                <c:pt idx="729">
                  <c:v>24705.72179755225</c:v>
                </c:pt>
                <c:pt idx="730">
                  <c:v>24759.288732064644</c:v>
                </c:pt>
                <c:pt idx="731">
                  <c:v>24846.64561571096</c:v>
                </c:pt>
                <c:pt idx="732">
                  <c:v>24846.64561571096</c:v>
                </c:pt>
                <c:pt idx="733">
                  <c:v>24846.64561571096</c:v>
                </c:pt>
                <c:pt idx="734">
                  <c:v>24846.64561571096</c:v>
                </c:pt>
                <c:pt idx="735">
                  <c:v>24846.64561571096</c:v>
                </c:pt>
                <c:pt idx="736">
                  <c:v>24846.64561571096</c:v>
                </c:pt>
                <c:pt idx="737">
                  <c:v>24846.64561571096</c:v>
                </c:pt>
                <c:pt idx="738">
                  <c:v>24846.64561571096</c:v>
                </c:pt>
                <c:pt idx="739">
                  <c:v>24808.013074317536</c:v>
                </c:pt>
                <c:pt idx="740">
                  <c:v>24808.013074317536</c:v>
                </c:pt>
                <c:pt idx="741">
                  <c:v>24877.034238721586</c:v>
                </c:pt>
                <c:pt idx="742">
                  <c:v>24877.034238721586</c:v>
                </c:pt>
                <c:pt idx="743">
                  <c:v>24877.034238721586</c:v>
                </c:pt>
                <c:pt idx="744">
                  <c:v>24877.034238721586</c:v>
                </c:pt>
                <c:pt idx="745">
                  <c:v>24877.034238721586</c:v>
                </c:pt>
                <c:pt idx="746">
                  <c:v>24877.034238721586</c:v>
                </c:pt>
                <c:pt idx="747">
                  <c:v>24877.034238721586</c:v>
                </c:pt>
                <c:pt idx="748">
                  <c:v>24877.034238721586</c:v>
                </c:pt>
                <c:pt idx="749">
                  <c:v>24877.034238721586</c:v>
                </c:pt>
                <c:pt idx="750">
                  <c:v>24877.034238721586</c:v>
                </c:pt>
                <c:pt idx="751">
                  <c:v>24997.335720029165</c:v>
                </c:pt>
                <c:pt idx="752">
                  <c:v>24997.335720029165</c:v>
                </c:pt>
                <c:pt idx="753">
                  <c:v>24997.335720029165</c:v>
                </c:pt>
                <c:pt idx="754">
                  <c:v>24997.335720029165</c:v>
                </c:pt>
                <c:pt idx="755">
                  <c:v>24997.335720029165</c:v>
                </c:pt>
                <c:pt idx="756">
                  <c:v>24997.335720029165</c:v>
                </c:pt>
                <c:pt idx="757">
                  <c:v>25083.96156984473</c:v>
                </c:pt>
                <c:pt idx="758">
                  <c:v>25210.070708095995</c:v>
                </c:pt>
                <c:pt idx="759">
                  <c:v>25210.070708095995</c:v>
                </c:pt>
                <c:pt idx="760">
                  <c:v>25210.070708095995</c:v>
                </c:pt>
                <c:pt idx="761">
                  <c:v>25210.070708095995</c:v>
                </c:pt>
                <c:pt idx="762">
                  <c:v>25210.070708095995</c:v>
                </c:pt>
                <c:pt idx="763">
                  <c:v>25210.070708095995</c:v>
                </c:pt>
                <c:pt idx="764">
                  <c:v>25210.070708095995</c:v>
                </c:pt>
                <c:pt idx="765">
                  <c:v>25210.070708095995</c:v>
                </c:pt>
                <c:pt idx="766">
                  <c:v>25286.66893664326</c:v>
                </c:pt>
                <c:pt idx="767">
                  <c:v>25396.431340169776</c:v>
                </c:pt>
                <c:pt idx="768">
                  <c:v>25396.431340169776</c:v>
                </c:pt>
                <c:pt idx="769">
                  <c:v>25396.431340169776</c:v>
                </c:pt>
                <c:pt idx="770">
                  <c:v>25498.606118478918</c:v>
                </c:pt>
                <c:pt idx="771">
                  <c:v>25600.78089678806</c:v>
                </c:pt>
                <c:pt idx="772">
                  <c:v>25600.78089678806</c:v>
                </c:pt>
                <c:pt idx="773">
                  <c:v>25600.78089678806</c:v>
                </c:pt>
                <c:pt idx="774">
                  <c:v>25600.78089678806</c:v>
                </c:pt>
                <c:pt idx="775">
                  <c:v>25600.78089678806</c:v>
                </c:pt>
                <c:pt idx="776">
                  <c:v>25692.638939921504</c:v>
                </c:pt>
                <c:pt idx="777">
                  <c:v>25692.638939921504</c:v>
                </c:pt>
                <c:pt idx="778">
                  <c:v>25692.638939921504</c:v>
                </c:pt>
                <c:pt idx="779">
                  <c:v>25692.638939921504</c:v>
                </c:pt>
                <c:pt idx="780">
                  <c:v>25692.638939921504</c:v>
                </c:pt>
                <c:pt idx="781">
                  <c:v>25792.862413853632</c:v>
                </c:pt>
                <c:pt idx="782">
                  <c:v>25893.08588778576</c:v>
                </c:pt>
                <c:pt idx="783">
                  <c:v>25893.08588778576</c:v>
                </c:pt>
                <c:pt idx="784">
                  <c:v>25893.08588778576</c:v>
                </c:pt>
                <c:pt idx="785">
                  <c:v>25893.08588778576</c:v>
                </c:pt>
                <c:pt idx="786">
                  <c:v>25893.08588778576</c:v>
                </c:pt>
                <c:pt idx="787">
                  <c:v>25975.205628262815</c:v>
                </c:pt>
                <c:pt idx="788">
                  <c:v>26057.32536873987</c:v>
                </c:pt>
                <c:pt idx="789">
                  <c:v>26169.769967512217</c:v>
                </c:pt>
                <c:pt idx="790">
                  <c:v>26169.769967512217</c:v>
                </c:pt>
                <c:pt idx="791">
                  <c:v>26169.769967512217</c:v>
                </c:pt>
                <c:pt idx="792">
                  <c:v>26169.769967512217</c:v>
                </c:pt>
                <c:pt idx="793">
                  <c:v>26269.993441444345</c:v>
                </c:pt>
                <c:pt idx="794">
                  <c:v>26269.993441444345</c:v>
                </c:pt>
                <c:pt idx="795">
                  <c:v>26269.993441444345</c:v>
                </c:pt>
                <c:pt idx="796">
                  <c:v>26361.160044125332</c:v>
                </c:pt>
                <c:pt idx="797">
                  <c:v>26361.160044125332</c:v>
                </c:pt>
                <c:pt idx="798">
                  <c:v>26361.160044125332</c:v>
                </c:pt>
                <c:pt idx="799">
                  <c:v>26361.160044125332</c:v>
                </c:pt>
                <c:pt idx="800">
                  <c:v>26527.095893242447</c:v>
                </c:pt>
                <c:pt idx="801">
                  <c:v>26527.095893242447</c:v>
                </c:pt>
                <c:pt idx="802">
                  <c:v>26623.35707970186</c:v>
                </c:pt>
                <c:pt idx="803">
                  <c:v>26623.35707970186</c:v>
                </c:pt>
                <c:pt idx="804">
                  <c:v>26623.35707970186</c:v>
                </c:pt>
                <c:pt idx="805">
                  <c:v>26623.35707970186</c:v>
                </c:pt>
                <c:pt idx="806">
                  <c:v>26735.24294263639</c:v>
                </c:pt>
                <c:pt idx="807">
                  <c:v>26735.24294263639</c:v>
                </c:pt>
                <c:pt idx="808">
                  <c:v>26735.24294263639</c:v>
                </c:pt>
                <c:pt idx="809">
                  <c:v>26735.24294263639</c:v>
                </c:pt>
                <c:pt idx="810">
                  <c:v>26735.24294263639</c:v>
                </c:pt>
                <c:pt idx="811">
                  <c:v>26735.24294263639</c:v>
                </c:pt>
                <c:pt idx="812">
                  <c:v>26834.93393790952</c:v>
                </c:pt>
                <c:pt idx="813">
                  <c:v>26834.93393790952</c:v>
                </c:pt>
                <c:pt idx="814">
                  <c:v>26920.94692197794</c:v>
                </c:pt>
                <c:pt idx="815">
                  <c:v>26920.94692197794</c:v>
                </c:pt>
                <c:pt idx="816">
                  <c:v>26920.94692197794</c:v>
                </c:pt>
                <c:pt idx="817">
                  <c:v>27008.790195804824</c:v>
                </c:pt>
                <c:pt idx="818">
                  <c:v>27110.456502778827</c:v>
                </c:pt>
                <c:pt idx="819">
                  <c:v>27210.106200589318</c:v>
                </c:pt>
                <c:pt idx="820">
                  <c:v>27210.106200589318</c:v>
                </c:pt>
                <c:pt idx="821">
                  <c:v>27210.106200589318</c:v>
                </c:pt>
                <c:pt idx="822">
                  <c:v>27210.106200589318</c:v>
                </c:pt>
                <c:pt idx="823">
                  <c:v>27210.106200589318</c:v>
                </c:pt>
                <c:pt idx="824">
                  <c:v>27330.32157874395</c:v>
                </c:pt>
                <c:pt idx="825">
                  <c:v>27330.32157874395</c:v>
                </c:pt>
                <c:pt idx="826">
                  <c:v>27330.32157874395</c:v>
                </c:pt>
                <c:pt idx="827">
                  <c:v>27330.32157874395</c:v>
                </c:pt>
                <c:pt idx="828">
                  <c:v>27442.28687768987</c:v>
                </c:pt>
                <c:pt idx="829">
                  <c:v>27608.222726806984</c:v>
                </c:pt>
                <c:pt idx="830">
                  <c:v>27608.222726806984</c:v>
                </c:pt>
                <c:pt idx="831">
                  <c:v>27608.222726806984</c:v>
                </c:pt>
                <c:pt idx="832">
                  <c:v>27687.66184514673</c:v>
                </c:pt>
                <c:pt idx="833">
                  <c:v>27687.66184514673</c:v>
                </c:pt>
                <c:pt idx="834">
                  <c:v>27687.66184514673</c:v>
                </c:pt>
                <c:pt idx="835">
                  <c:v>27687.66184514673</c:v>
                </c:pt>
                <c:pt idx="836">
                  <c:v>27687.66184514673</c:v>
                </c:pt>
                <c:pt idx="837">
                  <c:v>27820.727063104467</c:v>
                </c:pt>
                <c:pt idx="838">
                  <c:v>27820.727063104467</c:v>
                </c:pt>
                <c:pt idx="839">
                  <c:v>27953.792281062204</c:v>
                </c:pt>
                <c:pt idx="840">
                  <c:v>28055.464407897496</c:v>
                </c:pt>
                <c:pt idx="841">
                  <c:v>28055.464407897496</c:v>
                </c:pt>
                <c:pt idx="842">
                  <c:v>28132.475365301292</c:v>
                </c:pt>
                <c:pt idx="843">
                  <c:v>28218.716591025706</c:v>
                </c:pt>
                <c:pt idx="844">
                  <c:v>28218.716591025706</c:v>
                </c:pt>
                <c:pt idx="845">
                  <c:v>28313.522699521778</c:v>
                </c:pt>
                <c:pt idx="846">
                  <c:v>28374.682237160894</c:v>
                </c:pt>
                <c:pt idx="847">
                  <c:v>28473.079995962577</c:v>
                </c:pt>
                <c:pt idx="848">
                  <c:v>28556.427086854088</c:v>
                </c:pt>
                <c:pt idx="849">
                  <c:v>28652.330154717514</c:v>
                </c:pt>
                <c:pt idx="850">
                  <c:v>28756.315452151695</c:v>
                </c:pt>
                <c:pt idx="851">
                  <c:v>28897.13859460149</c:v>
                </c:pt>
                <c:pt idx="852">
                  <c:v>28897.13859460149</c:v>
                </c:pt>
                <c:pt idx="853">
                  <c:v>28897.13859460149</c:v>
                </c:pt>
                <c:pt idx="854">
                  <c:v>28978.240754333965</c:v>
                </c:pt>
                <c:pt idx="855">
                  <c:v>28978.240754333965</c:v>
                </c:pt>
                <c:pt idx="856">
                  <c:v>29100.024087381196</c:v>
                </c:pt>
                <c:pt idx="857">
                  <c:v>29194.00149628302</c:v>
                </c:pt>
                <c:pt idx="858">
                  <c:v>29279.621121123007</c:v>
                </c:pt>
                <c:pt idx="859">
                  <c:v>29279.621121123007</c:v>
                </c:pt>
                <c:pt idx="860">
                  <c:v>29279.621121123007</c:v>
                </c:pt>
                <c:pt idx="861">
                  <c:v>29279.621121123007</c:v>
                </c:pt>
                <c:pt idx="862">
                  <c:v>29279.621121123007</c:v>
                </c:pt>
                <c:pt idx="863">
                  <c:v>29279.621121123007</c:v>
                </c:pt>
                <c:pt idx="864">
                  <c:v>29279.621121123007</c:v>
                </c:pt>
                <c:pt idx="865">
                  <c:v>29279.621121123007</c:v>
                </c:pt>
                <c:pt idx="866">
                  <c:v>29361.119357137202</c:v>
                </c:pt>
                <c:pt idx="867">
                  <c:v>29497.73308008116</c:v>
                </c:pt>
                <c:pt idx="868">
                  <c:v>29594.838072873896</c:v>
                </c:pt>
                <c:pt idx="869">
                  <c:v>29594.838072873896</c:v>
                </c:pt>
                <c:pt idx="870">
                  <c:v>29594.838072873896</c:v>
                </c:pt>
                <c:pt idx="871">
                  <c:v>29713.198921171737</c:v>
                </c:pt>
                <c:pt idx="872">
                  <c:v>29794.19111906244</c:v>
                </c:pt>
                <c:pt idx="873">
                  <c:v>29794.19111906244</c:v>
                </c:pt>
                <c:pt idx="874">
                  <c:v>29890.408724531157</c:v>
                </c:pt>
                <c:pt idx="875">
                  <c:v>30024.363673987726</c:v>
                </c:pt>
                <c:pt idx="876">
                  <c:v>30024.363673987726</c:v>
                </c:pt>
                <c:pt idx="877">
                  <c:v>30109.613476384027</c:v>
                </c:pt>
                <c:pt idx="878">
                  <c:v>30109.613476384027</c:v>
                </c:pt>
                <c:pt idx="879">
                  <c:v>30206.95207508525</c:v>
                </c:pt>
                <c:pt idx="880">
                  <c:v>30206.95207508525</c:v>
                </c:pt>
                <c:pt idx="881">
                  <c:v>30206.95207508525</c:v>
                </c:pt>
                <c:pt idx="882">
                  <c:v>30299.38230246791</c:v>
                </c:pt>
                <c:pt idx="883">
                  <c:v>30400.17327204896</c:v>
                </c:pt>
                <c:pt idx="884">
                  <c:v>30400.17327204896</c:v>
                </c:pt>
                <c:pt idx="885">
                  <c:v>30471.28698337246</c:v>
                </c:pt>
                <c:pt idx="886">
                  <c:v>30471.28698337246</c:v>
                </c:pt>
                <c:pt idx="887">
                  <c:v>30471.28698337246</c:v>
                </c:pt>
                <c:pt idx="888">
                  <c:v>30611.256530855484</c:v>
                </c:pt>
                <c:pt idx="889">
                  <c:v>30675.516981843237</c:v>
                </c:pt>
                <c:pt idx="890">
                  <c:v>30776.963614642078</c:v>
                </c:pt>
                <c:pt idx="891">
                  <c:v>30776.963614642078</c:v>
                </c:pt>
                <c:pt idx="892">
                  <c:v>30884.535016922542</c:v>
                </c:pt>
                <c:pt idx="893">
                  <c:v>30884.535016922542</c:v>
                </c:pt>
                <c:pt idx="894">
                  <c:v>30884.535016922542</c:v>
                </c:pt>
                <c:pt idx="895">
                  <c:v>30884.535016922542</c:v>
                </c:pt>
                <c:pt idx="896">
                  <c:v>30884.535016922542</c:v>
                </c:pt>
                <c:pt idx="897">
                  <c:v>30972.222731827966</c:v>
                </c:pt>
                <c:pt idx="898">
                  <c:v>30972.222731827966</c:v>
                </c:pt>
                <c:pt idx="899">
                  <c:v>30972.222731827966</c:v>
                </c:pt>
                <c:pt idx="900">
                  <c:v>31097.017741166223</c:v>
                </c:pt>
                <c:pt idx="901">
                  <c:v>31097.017741166223</c:v>
                </c:pt>
                <c:pt idx="902">
                  <c:v>31201.295904314447</c:v>
                </c:pt>
                <c:pt idx="903">
                  <c:v>31300.65053850579</c:v>
                </c:pt>
                <c:pt idx="904">
                  <c:v>31300.65053850579</c:v>
                </c:pt>
                <c:pt idx="905">
                  <c:v>31300.65053850579</c:v>
                </c:pt>
                <c:pt idx="906">
                  <c:v>31300.65053850579</c:v>
                </c:pt>
                <c:pt idx="907">
                  <c:v>31300.65053850579</c:v>
                </c:pt>
                <c:pt idx="908">
                  <c:v>31300.65053850579</c:v>
                </c:pt>
                <c:pt idx="909">
                  <c:v>31300.65053850579</c:v>
                </c:pt>
                <c:pt idx="910">
                  <c:v>31391.7175201705</c:v>
                </c:pt>
                <c:pt idx="911">
                  <c:v>31391.7175201705</c:v>
                </c:pt>
                <c:pt idx="912">
                  <c:v>31391.7175201705</c:v>
                </c:pt>
                <c:pt idx="913">
                  <c:v>31391.7175201705</c:v>
                </c:pt>
                <c:pt idx="914">
                  <c:v>31391.7175201705</c:v>
                </c:pt>
                <c:pt idx="915">
                  <c:v>31391.7175201705</c:v>
                </c:pt>
                <c:pt idx="916">
                  <c:v>31391.7175201705</c:v>
                </c:pt>
                <c:pt idx="917">
                  <c:v>31391.7175201705</c:v>
                </c:pt>
                <c:pt idx="918">
                  <c:v>31391.7175201705</c:v>
                </c:pt>
                <c:pt idx="919">
                  <c:v>31478.09396608016</c:v>
                </c:pt>
                <c:pt idx="920">
                  <c:v>31478.09396608016</c:v>
                </c:pt>
                <c:pt idx="921">
                  <c:v>31573.177673533348</c:v>
                </c:pt>
                <c:pt idx="922">
                  <c:v>31573.177673533348</c:v>
                </c:pt>
                <c:pt idx="923">
                  <c:v>31573.177673533348</c:v>
                </c:pt>
                <c:pt idx="924">
                  <c:v>31648.526332021618</c:v>
                </c:pt>
                <c:pt idx="925">
                  <c:v>31648.526332021618</c:v>
                </c:pt>
                <c:pt idx="926">
                  <c:v>31648.526332021618</c:v>
                </c:pt>
                <c:pt idx="927">
                  <c:v>31729.018899747076</c:v>
                </c:pt>
                <c:pt idx="928">
                  <c:v>31729.018899747076</c:v>
                </c:pt>
                <c:pt idx="929">
                  <c:v>31809.730131036034</c:v>
                </c:pt>
                <c:pt idx="930">
                  <c:v>31809.730131036034</c:v>
                </c:pt>
                <c:pt idx="931">
                  <c:v>31912.957564257973</c:v>
                </c:pt>
                <c:pt idx="932">
                  <c:v>31912.957564257973</c:v>
                </c:pt>
                <c:pt idx="933">
                  <c:v>32016.01724944157</c:v>
                </c:pt>
                <c:pt idx="934">
                  <c:v>32016.01724944157</c:v>
                </c:pt>
                <c:pt idx="935">
                  <c:v>32016.01724944157</c:v>
                </c:pt>
                <c:pt idx="936">
                  <c:v>32016.01724944157</c:v>
                </c:pt>
                <c:pt idx="937">
                  <c:v>32016.01724944157</c:v>
                </c:pt>
                <c:pt idx="938">
                  <c:v>32016.01724944157</c:v>
                </c:pt>
                <c:pt idx="939">
                  <c:v>32162.261940786073</c:v>
                </c:pt>
                <c:pt idx="940">
                  <c:v>32260.41238441983</c:v>
                </c:pt>
                <c:pt idx="941">
                  <c:v>32363.644307834365</c:v>
                </c:pt>
                <c:pt idx="942">
                  <c:v>32363.644307834365</c:v>
                </c:pt>
                <c:pt idx="943">
                  <c:v>32363.644307834365</c:v>
                </c:pt>
                <c:pt idx="944">
                  <c:v>32363.644307834365</c:v>
                </c:pt>
                <c:pt idx="945">
                  <c:v>32466.87687846178</c:v>
                </c:pt>
                <c:pt idx="946">
                  <c:v>32591.863752326077</c:v>
                </c:pt>
                <c:pt idx="947">
                  <c:v>32658.645437686337</c:v>
                </c:pt>
                <c:pt idx="948">
                  <c:v>32746.7540637216</c:v>
                </c:pt>
                <c:pt idx="949">
                  <c:v>32746.7540637216</c:v>
                </c:pt>
                <c:pt idx="950">
                  <c:v>32853.78411990975</c:v>
                </c:pt>
                <c:pt idx="951">
                  <c:v>32960.814163698444</c:v>
                </c:pt>
                <c:pt idx="952">
                  <c:v>32960.814163698444</c:v>
                </c:pt>
                <c:pt idx="953">
                  <c:v>32960.814163698444</c:v>
                </c:pt>
                <c:pt idx="954">
                  <c:v>32960.814163698444</c:v>
                </c:pt>
                <c:pt idx="955">
                  <c:v>32960.814163698444</c:v>
                </c:pt>
                <c:pt idx="956">
                  <c:v>32960.814163698444</c:v>
                </c:pt>
                <c:pt idx="957">
                  <c:v>32960.814163698444</c:v>
                </c:pt>
                <c:pt idx="958">
                  <c:v>32960.814163698444</c:v>
                </c:pt>
                <c:pt idx="959">
                  <c:v>32960.814163698444</c:v>
                </c:pt>
                <c:pt idx="960">
                  <c:v>33024.709859177536</c:v>
                </c:pt>
                <c:pt idx="961">
                  <c:v>33024.709859177536</c:v>
                </c:pt>
                <c:pt idx="962">
                  <c:v>33024.709859177536</c:v>
                </c:pt>
                <c:pt idx="963">
                  <c:v>33024.709859177536</c:v>
                </c:pt>
                <c:pt idx="964">
                  <c:v>33133.17805042405</c:v>
                </c:pt>
                <c:pt idx="965">
                  <c:v>33197.011588144276</c:v>
                </c:pt>
                <c:pt idx="966">
                  <c:v>33197.011588144276</c:v>
                </c:pt>
                <c:pt idx="967">
                  <c:v>33298.14553433126</c:v>
                </c:pt>
                <c:pt idx="968">
                  <c:v>33380.81135347458</c:v>
                </c:pt>
                <c:pt idx="969">
                  <c:v>33380.81135347458</c:v>
                </c:pt>
                <c:pt idx="970">
                  <c:v>33380.81135347458</c:v>
                </c:pt>
                <c:pt idx="971">
                  <c:v>33460.00551109137</c:v>
                </c:pt>
                <c:pt idx="972">
                  <c:v>33460.00551109137</c:v>
                </c:pt>
                <c:pt idx="973">
                  <c:v>33460.00551109137</c:v>
                </c:pt>
                <c:pt idx="974">
                  <c:v>33460.00551109137</c:v>
                </c:pt>
                <c:pt idx="975">
                  <c:v>33460.00551109137</c:v>
                </c:pt>
                <c:pt idx="976">
                  <c:v>33460.00551109137</c:v>
                </c:pt>
                <c:pt idx="977">
                  <c:v>33460.00551109137</c:v>
                </c:pt>
                <c:pt idx="978">
                  <c:v>33460.00551109137</c:v>
                </c:pt>
                <c:pt idx="979">
                  <c:v>33460.00551109137</c:v>
                </c:pt>
                <c:pt idx="980">
                  <c:v>33460.00551109137</c:v>
                </c:pt>
                <c:pt idx="981">
                  <c:v>33460.00551109137</c:v>
                </c:pt>
                <c:pt idx="982">
                  <c:v>33460.00551109137</c:v>
                </c:pt>
                <c:pt idx="983">
                  <c:v>33460.00551109137</c:v>
                </c:pt>
                <c:pt idx="984">
                  <c:v>33596.42157523304</c:v>
                </c:pt>
                <c:pt idx="985">
                  <c:v>33596.42157523304</c:v>
                </c:pt>
                <c:pt idx="986">
                  <c:v>33699.08001229223</c:v>
                </c:pt>
                <c:pt idx="987">
                  <c:v>33699.08001229223</c:v>
                </c:pt>
                <c:pt idx="988">
                  <c:v>33699.08001229223</c:v>
                </c:pt>
                <c:pt idx="989">
                  <c:v>33699.08001229223</c:v>
                </c:pt>
                <c:pt idx="990">
                  <c:v>33699.08001229223</c:v>
                </c:pt>
                <c:pt idx="991">
                  <c:v>33790.371953272705</c:v>
                </c:pt>
                <c:pt idx="992">
                  <c:v>33905.601505096565</c:v>
                </c:pt>
                <c:pt idx="993">
                  <c:v>34030.44929882795</c:v>
                </c:pt>
                <c:pt idx="994">
                  <c:v>34030.44929882795</c:v>
                </c:pt>
                <c:pt idx="995">
                  <c:v>34030.44929882795</c:v>
                </c:pt>
                <c:pt idx="996">
                  <c:v>34030.44929882795</c:v>
                </c:pt>
                <c:pt idx="997">
                  <c:v>34030.44929882795</c:v>
                </c:pt>
                <c:pt idx="998">
                  <c:v>34030.44929882795</c:v>
                </c:pt>
                <c:pt idx="999">
                  <c:v>34127.45817066739</c:v>
                </c:pt>
                <c:pt idx="1000">
                  <c:v>34127.45817066739</c:v>
                </c:pt>
                <c:pt idx="1001">
                  <c:v>34127.45817066739</c:v>
                </c:pt>
                <c:pt idx="1002">
                  <c:v>34127.45817066739</c:v>
                </c:pt>
                <c:pt idx="1003">
                  <c:v>34127.45817066739</c:v>
                </c:pt>
                <c:pt idx="1004">
                  <c:v>34127.45817066739</c:v>
                </c:pt>
                <c:pt idx="1005">
                  <c:v>34185.866325917465</c:v>
                </c:pt>
                <c:pt idx="1006">
                  <c:v>34185.866325917465</c:v>
                </c:pt>
                <c:pt idx="1007">
                  <c:v>34185.866325917465</c:v>
                </c:pt>
                <c:pt idx="1008">
                  <c:v>34185.866325917465</c:v>
                </c:pt>
                <c:pt idx="1009">
                  <c:v>34185.866325917465</c:v>
                </c:pt>
                <c:pt idx="1010">
                  <c:v>34278.43341750236</c:v>
                </c:pt>
                <c:pt idx="1011">
                  <c:v>34278.43341750236</c:v>
                </c:pt>
                <c:pt idx="1012">
                  <c:v>34278.43341750236</c:v>
                </c:pt>
                <c:pt idx="1013">
                  <c:v>34369.229537840125</c:v>
                </c:pt>
                <c:pt idx="1014">
                  <c:v>34369.229537840125</c:v>
                </c:pt>
                <c:pt idx="1015">
                  <c:v>34369.229537840125</c:v>
                </c:pt>
                <c:pt idx="1016">
                  <c:v>34369.229537840125</c:v>
                </c:pt>
                <c:pt idx="1017">
                  <c:v>34463.18197732631</c:v>
                </c:pt>
                <c:pt idx="1018">
                  <c:v>34558.595954769175</c:v>
                </c:pt>
                <c:pt idx="1019">
                  <c:v>34661.883295499756</c:v>
                </c:pt>
                <c:pt idx="1020">
                  <c:v>34775.1621380669</c:v>
                </c:pt>
                <c:pt idx="1021">
                  <c:v>34844.494450191334</c:v>
                </c:pt>
                <c:pt idx="1022">
                  <c:v>34902.875113376605</c:v>
                </c:pt>
                <c:pt idx="1023">
                  <c:v>34972.20742550104</c:v>
                </c:pt>
                <c:pt idx="1024">
                  <c:v>35130.357861543285</c:v>
                </c:pt>
                <c:pt idx="1025">
                  <c:v>35226.54014803652</c:v>
                </c:pt>
                <c:pt idx="1026">
                  <c:v>35226.54014803652</c:v>
                </c:pt>
                <c:pt idx="1027">
                  <c:v>35226.54014803652</c:v>
                </c:pt>
                <c:pt idx="1028">
                  <c:v>35317.991349157484</c:v>
                </c:pt>
                <c:pt idx="1029">
                  <c:v>35417.31528318848</c:v>
                </c:pt>
                <c:pt idx="1030">
                  <c:v>35417.31528318848</c:v>
                </c:pt>
                <c:pt idx="1031">
                  <c:v>35544.00005403892</c:v>
                </c:pt>
                <c:pt idx="1032">
                  <c:v>35544.00005403892</c:v>
                </c:pt>
                <c:pt idx="1033">
                  <c:v>35544.00005403892</c:v>
                </c:pt>
                <c:pt idx="1034">
                  <c:v>35544.00005403892</c:v>
                </c:pt>
                <c:pt idx="1035">
                  <c:v>35640.59670707933</c:v>
                </c:pt>
                <c:pt idx="1036">
                  <c:v>35640.59670707933</c:v>
                </c:pt>
                <c:pt idx="1037">
                  <c:v>35640.59670707933</c:v>
                </c:pt>
                <c:pt idx="1038">
                  <c:v>35640.59670707933</c:v>
                </c:pt>
                <c:pt idx="1039">
                  <c:v>35747.48312762396</c:v>
                </c:pt>
                <c:pt idx="1040">
                  <c:v>35747.48312762396</c:v>
                </c:pt>
                <c:pt idx="1041">
                  <c:v>35854.81810256733</c:v>
                </c:pt>
                <c:pt idx="1042">
                  <c:v>35854.81810256733</c:v>
                </c:pt>
                <c:pt idx="1043">
                  <c:v>35854.81810256733</c:v>
                </c:pt>
                <c:pt idx="1044">
                  <c:v>35854.81810256733</c:v>
                </c:pt>
                <c:pt idx="1045">
                  <c:v>35854.81810256733</c:v>
                </c:pt>
                <c:pt idx="1046">
                  <c:v>35946.52867785075</c:v>
                </c:pt>
                <c:pt idx="1047">
                  <c:v>35946.52867785075</c:v>
                </c:pt>
                <c:pt idx="1048">
                  <c:v>36054.892035048084</c:v>
                </c:pt>
                <c:pt idx="1049">
                  <c:v>36054.892035048084</c:v>
                </c:pt>
                <c:pt idx="1050">
                  <c:v>36165.81551975395</c:v>
                </c:pt>
                <c:pt idx="1051">
                  <c:v>36193.80960906788</c:v>
                </c:pt>
                <c:pt idx="1052">
                  <c:v>36293.827793867655</c:v>
                </c:pt>
                <c:pt idx="1053">
                  <c:v>36293.827793867655</c:v>
                </c:pt>
                <c:pt idx="1054">
                  <c:v>36392.26551037156</c:v>
                </c:pt>
                <c:pt idx="1055">
                  <c:v>36392.26551037156</c:v>
                </c:pt>
                <c:pt idx="1056">
                  <c:v>36392.26551037156</c:v>
                </c:pt>
                <c:pt idx="1057">
                  <c:v>36392.26551037156</c:v>
                </c:pt>
                <c:pt idx="1058">
                  <c:v>36392.26551037156</c:v>
                </c:pt>
                <c:pt idx="1059">
                  <c:v>36489.49773359938</c:v>
                </c:pt>
                <c:pt idx="1060">
                  <c:v>36489.49773359938</c:v>
                </c:pt>
                <c:pt idx="1061">
                  <c:v>36489.49773359938</c:v>
                </c:pt>
                <c:pt idx="1062">
                  <c:v>36489.49773359938</c:v>
                </c:pt>
                <c:pt idx="1063">
                  <c:v>36489.49773359938</c:v>
                </c:pt>
                <c:pt idx="1064">
                  <c:v>36489.49773359938</c:v>
                </c:pt>
                <c:pt idx="1065">
                  <c:v>36489.49773359938</c:v>
                </c:pt>
                <c:pt idx="1066">
                  <c:v>36595.69098451533</c:v>
                </c:pt>
                <c:pt idx="1067">
                  <c:v>36595.69098451533</c:v>
                </c:pt>
                <c:pt idx="1068">
                  <c:v>36701.97117204294</c:v>
                </c:pt>
                <c:pt idx="1069">
                  <c:v>36821.98866982339</c:v>
                </c:pt>
                <c:pt idx="1070">
                  <c:v>36821.98866982339</c:v>
                </c:pt>
                <c:pt idx="1071">
                  <c:v>36821.98866982339</c:v>
                </c:pt>
                <c:pt idx="1072">
                  <c:v>36933.09244648224</c:v>
                </c:pt>
                <c:pt idx="1073">
                  <c:v>37026.787277592884</c:v>
                </c:pt>
                <c:pt idx="1074">
                  <c:v>37132.19386357751</c:v>
                </c:pt>
                <c:pt idx="1075">
                  <c:v>37132.19386357751</c:v>
                </c:pt>
                <c:pt idx="1076">
                  <c:v>37132.19386357751</c:v>
                </c:pt>
                <c:pt idx="1077">
                  <c:v>37242.82093565011</c:v>
                </c:pt>
                <c:pt idx="1078">
                  <c:v>37242.82093565011</c:v>
                </c:pt>
                <c:pt idx="1079">
                  <c:v>37242.82093565011</c:v>
                </c:pt>
                <c:pt idx="1080">
                  <c:v>37361.890923822146</c:v>
                </c:pt>
                <c:pt idx="1081">
                  <c:v>37475.30545344897</c:v>
                </c:pt>
                <c:pt idx="1082">
                  <c:v>37530.828160881705</c:v>
                </c:pt>
                <c:pt idx="1083">
                  <c:v>37617.85463062068</c:v>
                </c:pt>
                <c:pt idx="1084">
                  <c:v>37721.39505971163</c:v>
                </c:pt>
                <c:pt idx="1085">
                  <c:v>37721.39505971163</c:v>
                </c:pt>
                <c:pt idx="1086">
                  <c:v>37808.492939968266</c:v>
                </c:pt>
                <c:pt idx="1087">
                  <c:v>37808.492939968266</c:v>
                </c:pt>
                <c:pt idx="1088">
                  <c:v>37808.492939968266</c:v>
                </c:pt>
                <c:pt idx="1089">
                  <c:v>37808.492939968266</c:v>
                </c:pt>
                <c:pt idx="1090">
                  <c:v>37931.350873451134</c:v>
                </c:pt>
                <c:pt idx="1091">
                  <c:v>37931.350873451134</c:v>
                </c:pt>
                <c:pt idx="1092">
                  <c:v>38045.20495801956</c:v>
                </c:pt>
                <c:pt idx="1093">
                  <c:v>38159.056096535205</c:v>
                </c:pt>
                <c:pt idx="1094">
                  <c:v>38282.08896648711</c:v>
                </c:pt>
                <c:pt idx="1095">
                  <c:v>38387.05653348173</c:v>
                </c:pt>
                <c:pt idx="1096">
                  <c:v>38500.89417934337</c:v>
                </c:pt>
                <c:pt idx="1097">
                  <c:v>38600.64685372913</c:v>
                </c:pt>
                <c:pt idx="1098">
                  <c:v>38715.190204788785</c:v>
                </c:pt>
                <c:pt idx="1099">
                  <c:v>38715.190204788785</c:v>
                </c:pt>
                <c:pt idx="1100">
                  <c:v>38715.190204788785</c:v>
                </c:pt>
                <c:pt idx="1101">
                  <c:v>38715.190204788785</c:v>
                </c:pt>
                <c:pt idx="1102">
                  <c:v>38715.190204788785</c:v>
                </c:pt>
                <c:pt idx="1103">
                  <c:v>38715.190204788785</c:v>
                </c:pt>
                <c:pt idx="1104">
                  <c:v>38715.190204788785</c:v>
                </c:pt>
                <c:pt idx="1105">
                  <c:v>38715.190204788785</c:v>
                </c:pt>
                <c:pt idx="1106">
                  <c:v>38715.190204788785</c:v>
                </c:pt>
                <c:pt idx="1107">
                  <c:v>38715.190204788785</c:v>
                </c:pt>
                <c:pt idx="1108">
                  <c:v>38715.190204788785</c:v>
                </c:pt>
                <c:pt idx="1109">
                  <c:v>38715.190204788785</c:v>
                </c:pt>
                <c:pt idx="1110">
                  <c:v>38715.190204788785</c:v>
                </c:pt>
                <c:pt idx="1111">
                  <c:v>38800.84921536476</c:v>
                </c:pt>
                <c:pt idx="1112">
                  <c:v>38800.84921536476</c:v>
                </c:pt>
                <c:pt idx="1113">
                  <c:v>38907.38993364354</c:v>
                </c:pt>
                <c:pt idx="1114">
                  <c:v>38907.38993364354</c:v>
                </c:pt>
                <c:pt idx="1115">
                  <c:v>38907.38993364354</c:v>
                </c:pt>
                <c:pt idx="1116">
                  <c:v>38996.16712741861</c:v>
                </c:pt>
                <c:pt idx="1117">
                  <c:v>38996.16712741861</c:v>
                </c:pt>
                <c:pt idx="1118">
                  <c:v>38996.16712741861</c:v>
                </c:pt>
                <c:pt idx="1119">
                  <c:v>38996.16712741861</c:v>
                </c:pt>
                <c:pt idx="1120">
                  <c:v>38996.16712741861</c:v>
                </c:pt>
                <c:pt idx="1121">
                  <c:v>38996.16712741861</c:v>
                </c:pt>
                <c:pt idx="1122">
                  <c:v>38996.16712741861</c:v>
                </c:pt>
                <c:pt idx="1123">
                  <c:v>39081.98039551222</c:v>
                </c:pt>
                <c:pt idx="1124">
                  <c:v>39081.98039551222</c:v>
                </c:pt>
                <c:pt idx="1125">
                  <c:v>39081.98039551222</c:v>
                </c:pt>
                <c:pt idx="1126">
                  <c:v>39081.98039551222</c:v>
                </c:pt>
                <c:pt idx="1127">
                  <c:v>39186.64244608471</c:v>
                </c:pt>
                <c:pt idx="1128">
                  <c:v>39285.780345961066</c:v>
                </c:pt>
                <c:pt idx="1129">
                  <c:v>39387.94331643217</c:v>
                </c:pt>
                <c:pt idx="1130">
                  <c:v>39490.370605091</c:v>
                </c:pt>
                <c:pt idx="1131">
                  <c:v>39490.370605091</c:v>
                </c:pt>
                <c:pt idx="1132">
                  <c:v>39490.370605091</c:v>
                </c:pt>
                <c:pt idx="1133">
                  <c:v>39553.74648866046</c:v>
                </c:pt>
                <c:pt idx="1134">
                  <c:v>39553.74648866046</c:v>
                </c:pt>
                <c:pt idx="1135">
                  <c:v>39553.74648866046</c:v>
                </c:pt>
                <c:pt idx="1136">
                  <c:v>39553.74648866046</c:v>
                </c:pt>
                <c:pt idx="1137">
                  <c:v>39625.68137826699</c:v>
                </c:pt>
                <c:pt idx="1138">
                  <c:v>39625.68137826699</c:v>
                </c:pt>
                <c:pt idx="1139">
                  <c:v>39625.68137826699</c:v>
                </c:pt>
                <c:pt idx="1140">
                  <c:v>39731.86680797934</c:v>
                </c:pt>
                <c:pt idx="1141">
                  <c:v>39731.86680797934</c:v>
                </c:pt>
                <c:pt idx="1142">
                  <c:v>39824.54100807668</c:v>
                </c:pt>
                <c:pt idx="1143">
                  <c:v>39824.54100807668</c:v>
                </c:pt>
                <c:pt idx="1144">
                  <c:v>39824.54100807668</c:v>
                </c:pt>
                <c:pt idx="1145">
                  <c:v>39824.54100807668</c:v>
                </c:pt>
                <c:pt idx="1146">
                  <c:v>39824.54100807668</c:v>
                </c:pt>
                <c:pt idx="1147">
                  <c:v>39824.54100807668</c:v>
                </c:pt>
                <c:pt idx="1148">
                  <c:v>39824.54100807668</c:v>
                </c:pt>
                <c:pt idx="1149">
                  <c:v>39824.54100807668</c:v>
                </c:pt>
                <c:pt idx="1150">
                  <c:v>39824.54100807668</c:v>
                </c:pt>
                <c:pt idx="1151">
                  <c:v>39824.54100807668</c:v>
                </c:pt>
                <c:pt idx="1152">
                  <c:v>39824.54100807668</c:v>
                </c:pt>
                <c:pt idx="1153">
                  <c:v>39824.54100807668</c:v>
                </c:pt>
                <c:pt idx="1154">
                  <c:v>39941.17373903164</c:v>
                </c:pt>
                <c:pt idx="1155">
                  <c:v>40045.98030483685</c:v>
                </c:pt>
                <c:pt idx="1156">
                  <c:v>40142.42369318374</c:v>
                </c:pt>
                <c:pt idx="1157">
                  <c:v>40142.42369318374</c:v>
                </c:pt>
                <c:pt idx="1158">
                  <c:v>40253.40749967444</c:v>
                </c:pt>
                <c:pt idx="1159">
                  <c:v>40349.4554050467</c:v>
                </c:pt>
                <c:pt idx="1160">
                  <c:v>40349.4554050467</c:v>
                </c:pt>
                <c:pt idx="1161">
                  <c:v>40349.4554050467</c:v>
                </c:pt>
                <c:pt idx="1162">
                  <c:v>40445.84436720236</c:v>
                </c:pt>
                <c:pt idx="1163">
                  <c:v>40445.84436720236</c:v>
                </c:pt>
                <c:pt idx="1164">
                  <c:v>40445.84436720236</c:v>
                </c:pt>
                <c:pt idx="1165">
                  <c:v>40514.15700264469</c:v>
                </c:pt>
                <c:pt idx="1166">
                  <c:v>40514.15700264469</c:v>
                </c:pt>
                <c:pt idx="1167">
                  <c:v>40610.58040134051</c:v>
                </c:pt>
                <c:pt idx="1168">
                  <c:v>40610.58040134051</c:v>
                </c:pt>
                <c:pt idx="1169">
                  <c:v>40610.58040134051</c:v>
                </c:pt>
                <c:pt idx="1170">
                  <c:v>40610.58040134051</c:v>
                </c:pt>
                <c:pt idx="1171">
                  <c:v>40610.58040134051</c:v>
                </c:pt>
                <c:pt idx="1172">
                  <c:v>40703.23527198783</c:v>
                </c:pt>
                <c:pt idx="1173">
                  <c:v>40792.00842103187</c:v>
                </c:pt>
                <c:pt idx="1174">
                  <c:v>40792.00842103187</c:v>
                </c:pt>
                <c:pt idx="1175">
                  <c:v>40792.00842103187</c:v>
                </c:pt>
                <c:pt idx="1176">
                  <c:v>40879.69197988339</c:v>
                </c:pt>
                <c:pt idx="1177">
                  <c:v>40879.69197988339</c:v>
                </c:pt>
                <c:pt idx="1178">
                  <c:v>40995.37035848559</c:v>
                </c:pt>
                <c:pt idx="1179">
                  <c:v>40995.37035848559</c:v>
                </c:pt>
                <c:pt idx="1180">
                  <c:v>40995.37035848559</c:v>
                </c:pt>
                <c:pt idx="1181">
                  <c:v>41089.50772778716</c:v>
                </c:pt>
                <c:pt idx="1182">
                  <c:v>41089.50772778716</c:v>
                </c:pt>
                <c:pt idx="1183">
                  <c:v>41176.06818533806</c:v>
                </c:pt>
                <c:pt idx="1184">
                  <c:v>41176.06818533806</c:v>
                </c:pt>
                <c:pt idx="1185">
                  <c:v>41176.06818533806</c:v>
                </c:pt>
                <c:pt idx="1186">
                  <c:v>41176.06818533806</c:v>
                </c:pt>
                <c:pt idx="1187">
                  <c:v>41176.06818533806</c:v>
                </c:pt>
                <c:pt idx="1188">
                  <c:v>41176.06818533806</c:v>
                </c:pt>
                <c:pt idx="1189">
                  <c:v>41176.06818533806</c:v>
                </c:pt>
                <c:pt idx="1190">
                  <c:v>41272.753791354466</c:v>
                </c:pt>
                <c:pt idx="1191">
                  <c:v>41272.753791354466</c:v>
                </c:pt>
                <c:pt idx="1192">
                  <c:v>41272.753791354466</c:v>
                </c:pt>
                <c:pt idx="1193">
                  <c:v>41272.753791354466</c:v>
                </c:pt>
                <c:pt idx="1194">
                  <c:v>41272.753791354466</c:v>
                </c:pt>
                <c:pt idx="1195">
                  <c:v>41378.34567171717</c:v>
                </c:pt>
                <c:pt idx="1196">
                  <c:v>41493.635442176295</c:v>
                </c:pt>
                <c:pt idx="1197">
                  <c:v>41493.635442176295</c:v>
                </c:pt>
                <c:pt idx="1198">
                  <c:v>41493.635442176295</c:v>
                </c:pt>
                <c:pt idx="1199">
                  <c:v>41585.86918969785</c:v>
                </c:pt>
                <c:pt idx="1200">
                  <c:v>41585.86918969785</c:v>
                </c:pt>
                <c:pt idx="1201">
                  <c:v>41585.86918969785</c:v>
                </c:pt>
                <c:pt idx="1202">
                  <c:v>41585.86918969785</c:v>
                </c:pt>
                <c:pt idx="1203">
                  <c:v>41585.86918969785</c:v>
                </c:pt>
                <c:pt idx="1204">
                  <c:v>41585.86918969785</c:v>
                </c:pt>
                <c:pt idx="1205">
                  <c:v>41585.86918969785</c:v>
                </c:pt>
                <c:pt idx="1206">
                  <c:v>41585.86918969785</c:v>
                </c:pt>
                <c:pt idx="1207">
                  <c:v>41585.86918969785</c:v>
                </c:pt>
                <c:pt idx="1208">
                  <c:v>41585.86918969785</c:v>
                </c:pt>
                <c:pt idx="1209">
                  <c:v>41585.86918969785</c:v>
                </c:pt>
                <c:pt idx="1210">
                  <c:v>41585.86918969785</c:v>
                </c:pt>
                <c:pt idx="1211">
                  <c:v>41585.86918969785</c:v>
                </c:pt>
                <c:pt idx="1212">
                  <c:v>41585.86918969785</c:v>
                </c:pt>
                <c:pt idx="1213">
                  <c:v>41585.86918969785</c:v>
                </c:pt>
                <c:pt idx="1214">
                  <c:v>41585.86918969785</c:v>
                </c:pt>
                <c:pt idx="1215">
                  <c:v>41647.39870704974</c:v>
                </c:pt>
                <c:pt idx="1216">
                  <c:v>41700.131395167264</c:v>
                </c:pt>
                <c:pt idx="1217">
                  <c:v>41700.131395167264</c:v>
                </c:pt>
                <c:pt idx="1218">
                  <c:v>41700.131395167264</c:v>
                </c:pt>
                <c:pt idx="1219">
                  <c:v>41700.131395167264</c:v>
                </c:pt>
                <c:pt idx="1220">
                  <c:v>41700.131395167264</c:v>
                </c:pt>
                <c:pt idx="1221">
                  <c:v>41814.42285534369</c:v>
                </c:pt>
                <c:pt idx="1222">
                  <c:v>41814.42285534369</c:v>
                </c:pt>
                <c:pt idx="1223">
                  <c:v>41814.42285534369</c:v>
                </c:pt>
                <c:pt idx="1224">
                  <c:v>41814.42285534369</c:v>
                </c:pt>
                <c:pt idx="1225">
                  <c:v>41908.09892330057</c:v>
                </c:pt>
                <c:pt idx="1226">
                  <c:v>41908.09892330057</c:v>
                </c:pt>
                <c:pt idx="1227">
                  <c:v>41908.09892330057</c:v>
                </c:pt>
                <c:pt idx="1228">
                  <c:v>42006.493315549866</c:v>
                </c:pt>
                <c:pt idx="1229">
                  <c:v>42006.493315549866</c:v>
                </c:pt>
                <c:pt idx="1230">
                  <c:v>42006.493315549866</c:v>
                </c:pt>
                <c:pt idx="1231">
                  <c:v>42112.120421405045</c:v>
                </c:pt>
                <c:pt idx="1232">
                  <c:v>42210.267781353024</c:v>
                </c:pt>
                <c:pt idx="1233">
                  <c:v>42210.267781353024</c:v>
                </c:pt>
                <c:pt idx="1234">
                  <c:v>42310.14107268881</c:v>
                </c:pt>
                <c:pt idx="1235">
                  <c:v>42310.14107268881</c:v>
                </c:pt>
                <c:pt idx="1236">
                  <c:v>42408.112625628215</c:v>
                </c:pt>
                <c:pt idx="1237">
                  <c:v>42526.88664707271</c:v>
                </c:pt>
                <c:pt idx="1238">
                  <c:v>42645.66067281611</c:v>
                </c:pt>
                <c:pt idx="1239">
                  <c:v>42746.66100209129</c:v>
                </c:pt>
                <c:pt idx="1240">
                  <c:v>42746.66100209129</c:v>
                </c:pt>
                <c:pt idx="1241">
                  <c:v>42746.66100209129</c:v>
                </c:pt>
                <c:pt idx="1242">
                  <c:v>42746.66100209129</c:v>
                </c:pt>
                <c:pt idx="1243">
                  <c:v>42746.66100209129</c:v>
                </c:pt>
                <c:pt idx="1244">
                  <c:v>42746.66100209129</c:v>
                </c:pt>
                <c:pt idx="1245">
                  <c:v>42746.66100209129</c:v>
                </c:pt>
                <c:pt idx="1246">
                  <c:v>42746.66100209129</c:v>
                </c:pt>
                <c:pt idx="1247">
                  <c:v>42746.66100209129</c:v>
                </c:pt>
                <c:pt idx="1248">
                  <c:v>42746.66100209129</c:v>
                </c:pt>
                <c:pt idx="1249">
                  <c:v>42746.66100209129</c:v>
                </c:pt>
                <c:pt idx="1250">
                  <c:v>42746.66100209129</c:v>
                </c:pt>
                <c:pt idx="1251">
                  <c:v>42746.66100209129</c:v>
                </c:pt>
                <c:pt idx="1252">
                  <c:v>42746.66100209129</c:v>
                </c:pt>
                <c:pt idx="1253">
                  <c:v>42746.66100209129</c:v>
                </c:pt>
                <c:pt idx="1254">
                  <c:v>42746.66100209129</c:v>
                </c:pt>
                <c:pt idx="1255">
                  <c:v>42855.49341122264</c:v>
                </c:pt>
                <c:pt idx="1256">
                  <c:v>42855.49341122264</c:v>
                </c:pt>
                <c:pt idx="1257">
                  <c:v>42855.49341122264</c:v>
                </c:pt>
                <c:pt idx="1258">
                  <c:v>42855.49341122264</c:v>
                </c:pt>
                <c:pt idx="1259">
                  <c:v>42855.49341122264</c:v>
                </c:pt>
                <c:pt idx="1260">
                  <c:v>42855.49341122264</c:v>
                </c:pt>
                <c:pt idx="1261">
                  <c:v>42855.49341122264</c:v>
                </c:pt>
                <c:pt idx="1262">
                  <c:v>42855.49341122264</c:v>
                </c:pt>
                <c:pt idx="1263">
                  <c:v>42953.40185318239</c:v>
                </c:pt>
                <c:pt idx="1264">
                  <c:v>42953.40185318239</c:v>
                </c:pt>
                <c:pt idx="1265">
                  <c:v>42953.40185318239</c:v>
                </c:pt>
                <c:pt idx="1266">
                  <c:v>42953.40185318239</c:v>
                </c:pt>
                <c:pt idx="1267">
                  <c:v>43064.480500324564</c:v>
                </c:pt>
                <c:pt idx="1268">
                  <c:v>43064.480500324564</c:v>
                </c:pt>
                <c:pt idx="1269">
                  <c:v>43150.63533600168</c:v>
                </c:pt>
                <c:pt idx="1270">
                  <c:v>43256.13158990628</c:v>
                </c:pt>
                <c:pt idx="1271">
                  <c:v>43256.13158990628</c:v>
                </c:pt>
                <c:pt idx="1272">
                  <c:v>43361.09824555859</c:v>
                </c:pt>
                <c:pt idx="1273">
                  <c:v>43361.09824555859</c:v>
                </c:pt>
                <c:pt idx="1274">
                  <c:v>43473.36392763366</c:v>
                </c:pt>
                <c:pt idx="1275">
                  <c:v>43575.326076108664</c:v>
                </c:pt>
                <c:pt idx="1276">
                  <c:v>43708.49075112694</c:v>
                </c:pt>
                <c:pt idx="1277">
                  <c:v>43708.49075112694</c:v>
                </c:pt>
                <c:pt idx="1278">
                  <c:v>43708.49075112694</c:v>
                </c:pt>
                <c:pt idx="1279">
                  <c:v>43818.32095730696</c:v>
                </c:pt>
                <c:pt idx="1280">
                  <c:v>43818.32095730696</c:v>
                </c:pt>
                <c:pt idx="1281">
                  <c:v>43818.32095730696</c:v>
                </c:pt>
                <c:pt idx="1282">
                  <c:v>43818.32095730696</c:v>
                </c:pt>
                <c:pt idx="1283">
                  <c:v>43918.235905346446</c:v>
                </c:pt>
                <c:pt idx="1284">
                  <c:v>43918.235905346446</c:v>
                </c:pt>
                <c:pt idx="1285">
                  <c:v>43918.235905346446</c:v>
                </c:pt>
                <c:pt idx="1286">
                  <c:v>43918.235905346446</c:v>
                </c:pt>
                <c:pt idx="1287">
                  <c:v>44018.9034721981</c:v>
                </c:pt>
                <c:pt idx="1288">
                  <c:v>44018.9034721981</c:v>
                </c:pt>
                <c:pt idx="1289">
                  <c:v>44112.59255932769</c:v>
                </c:pt>
                <c:pt idx="1290">
                  <c:v>44112.59255932769</c:v>
                </c:pt>
                <c:pt idx="1291">
                  <c:v>44112.59255932769</c:v>
                </c:pt>
                <c:pt idx="1292">
                  <c:v>44238.23841688849</c:v>
                </c:pt>
                <c:pt idx="1293">
                  <c:v>44320.51237185171</c:v>
                </c:pt>
                <c:pt idx="1294">
                  <c:v>44320.51237185171</c:v>
                </c:pt>
                <c:pt idx="1295">
                  <c:v>44433.31442512259</c:v>
                </c:pt>
                <c:pt idx="1296">
                  <c:v>44433.31442512259</c:v>
                </c:pt>
                <c:pt idx="1297">
                  <c:v>44433.31442512259</c:v>
                </c:pt>
                <c:pt idx="1298">
                  <c:v>44433.31442512259</c:v>
                </c:pt>
                <c:pt idx="1299">
                  <c:v>44433.31442512259</c:v>
                </c:pt>
                <c:pt idx="1300">
                  <c:v>44527.85967524622</c:v>
                </c:pt>
                <c:pt idx="1301">
                  <c:v>44600.97668223346</c:v>
                </c:pt>
                <c:pt idx="1302">
                  <c:v>44600.97668223346</c:v>
                </c:pt>
                <c:pt idx="1303">
                  <c:v>44600.97668223346</c:v>
                </c:pt>
                <c:pt idx="1304">
                  <c:v>44698.43519453022</c:v>
                </c:pt>
                <c:pt idx="1305">
                  <c:v>44698.43519453022</c:v>
                </c:pt>
                <c:pt idx="1306">
                  <c:v>44698.43519453022</c:v>
                </c:pt>
                <c:pt idx="1307">
                  <c:v>44823.80771587895</c:v>
                </c:pt>
                <c:pt idx="1308">
                  <c:v>44823.80771587895</c:v>
                </c:pt>
                <c:pt idx="1309">
                  <c:v>44823.80771587895</c:v>
                </c:pt>
                <c:pt idx="1310">
                  <c:v>44823.80771587895</c:v>
                </c:pt>
                <c:pt idx="1311">
                  <c:v>44823.80771587895</c:v>
                </c:pt>
                <c:pt idx="1312">
                  <c:v>44946.52774103493</c:v>
                </c:pt>
                <c:pt idx="1313">
                  <c:v>44946.52774103493</c:v>
                </c:pt>
                <c:pt idx="1314">
                  <c:v>44946.52774103493</c:v>
                </c:pt>
                <c:pt idx="1315">
                  <c:v>44946.52774103493</c:v>
                </c:pt>
                <c:pt idx="1316">
                  <c:v>45013.3034379787</c:v>
                </c:pt>
                <c:pt idx="1317">
                  <c:v>45132.62704821581</c:v>
                </c:pt>
                <c:pt idx="1318">
                  <c:v>45232.484280781406</c:v>
                </c:pt>
                <c:pt idx="1319">
                  <c:v>45232.484280781406</c:v>
                </c:pt>
                <c:pt idx="1320">
                  <c:v>45232.484280781406</c:v>
                </c:pt>
                <c:pt idx="1321">
                  <c:v>45232.484280781406</c:v>
                </c:pt>
                <c:pt idx="1322">
                  <c:v>45232.484280781406</c:v>
                </c:pt>
                <c:pt idx="1323">
                  <c:v>45348.93398317793</c:v>
                </c:pt>
                <c:pt idx="1324">
                  <c:v>45348.93398317793</c:v>
                </c:pt>
                <c:pt idx="1325">
                  <c:v>45436.287912647815</c:v>
                </c:pt>
                <c:pt idx="1326">
                  <c:v>45436.287912647815</c:v>
                </c:pt>
                <c:pt idx="1327">
                  <c:v>45535.4541526184</c:v>
                </c:pt>
                <c:pt idx="1328">
                  <c:v>45535.4541526184</c:v>
                </c:pt>
                <c:pt idx="1329">
                  <c:v>45535.4541526184</c:v>
                </c:pt>
                <c:pt idx="1330">
                  <c:v>45535.4541526184</c:v>
                </c:pt>
                <c:pt idx="1331">
                  <c:v>45535.4541526184</c:v>
                </c:pt>
                <c:pt idx="1332">
                  <c:v>45651.906340632966</c:v>
                </c:pt>
                <c:pt idx="1333">
                  <c:v>45651.906340632966</c:v>
                </c:pt>
                <c:pt idx="1334">
                  <c:v>45651.906340632966</c:v>
                </c:pt>
                <c:pt idx="1335">
                  <c:v>45777.50474115351</c:v>
                </c:pt>
                <c:pt idx="1336">
                  <c:v>45777.50474115351</c:v>
                </c:pt>
                <c:pt idx="1337">
                  <c:v>45777.50474115351</c:v>
                </c:pt>
                <c:pt idx="1338">
                  <c:v>45777.50474115351</c:v>
                </c:pt>
                <c:pt idx="1339">
                  <c:v>45876.05479080258</c:v>
                </c:pt>
                <c:pt idx="1340">
                  <c:v>45963.188222465</c:v>
                </c:pt>
                <c:pt idx="1341">
                  <c:v>45963.188222465</c:v>
                </c:pt>
                <c:pt idx="1342">
                  <c:v>45963.188222465</c:v>
                </c:pt>
                <c:pt idx="1343">
                  <c:v>45963.188222465</c:v>
                </c:pt>
                <c:pt idx="1344">
                  <c:v>46012.186765294246</c:v>
                </c:pt>
                <c:pt idx="1345">
                  <c:v>46012.186765294246</c:v>
                </c:pt>
                <c:pt idx="1346">
                  <c:v>46012.186765294246</c:v>
                </c:pt>
                <c:pt idx="1347">
                  <c:v>46102.352090523345</c:v>
                </c:pt>
                <c:pt idx="1348">
                  <c:v>46102.352090523345</c:v>
                </c:pt>
                <c:pt idx="1349">
                  <c:v>46102.352090523345</c:v>
                </c:pt>
                <c:pt idx="1350">
                  <c:v>46102.352090523345</c:v>
                </c:pt>
                <c:pt idx="1351">
                  <c:v>46196.930250714635</c:v>
                </c:pt>
                <c:pt idx="1352">
                  <c:v>46304.00376100977</c:v>
                </c:pt>
                <c:pt idx="1353">
                  <c:v>46304.00376100977</c:v>
                </c:pt>
                <c:pt idx="1354">
                  <c:v>46304.00376100977</c:v>
                </c:pt>
                <c:pt idx="1355">
                  <c:v>46304.00376100977</c:v>
                </c:pt>
                <c:pt idx="1356">
                  <c:v>46304.00376100977</c:v>
                </c:pt>
                <c:pt idx="1357">
                  <c:v>46304.00376100977</c:v>
                </c:pt>
                <c:pt idx="1358">
                  <c:v>46304.00376100977</c:v>
                </c:pt>
                <c:pt idx="1359">
                  <c:v>46436.124059744536</c:v>
                </c:pt>
                <c:pt idx="1360">
                  <c:v>46436.124059744536</c:v>
                </c:pt>
                <c:pt idx="1361">
                  <c:v>46537.664106163924</c:v>
                </c:pt>
                <c:pt idx="1362">
                  <c:v>46639.70375181471</c:v>
                </c:pt>
                <c:pt idx="1363">
                  <c:v>46639.70375181471</c:v>
                </c:pt>
                <c:pt idx="1364">
                  <c:v>46639.70375181471</c:v>
                </c:pt>
                <c:pt idx="1365">
                  <c:v>46639.70375181471</c:v>
                </c:pt>
                <c:pt idx="1366">
                  <c:v>46639.70375181471</c:v>
                </c:pt>
                <c:pt idx="1367">
                  <c:v>46639.70375181471</c:v>
                </c:pt>
                <c:pt idx="1368">
                  <c:v>46639.70375181471</c:v>
                </c:pt>
                <c:pt idx="1369">
                  <c:v>46639.70375181471</c:v>
                </c:pt>
                <c:pt idx="1370">
                  <c:v>46759.42144106283</c:v>
                </c:pt>
                <c:pt idx="1371">
                  <c:v>46855.29913250523</c:v>
                </c:pt>
                <c:pt idx="1372">
                  <c:v>46855.29913250523</c:v>
                </c:pt>
                <c:pt idx="1373">
                  <c:v>46855.29913250523</c:v>
                </c:pt>
                <c:pt idx="1374">
                  <c:v>46855.29913250523</c:v>
                </c:pt>
                <c:pt idx="1375">
                  <c:v>46855.29913250523</c:v>
                </c:pt>
                <c:pt idx="1376">
                  <c:v>46923.901525279616</c:v>
                </c:pt>
                <c:pt idx="1377">
                  <c:v>46923.901525279616</c:v>
                </c:pt>
                <c:pt idx="1378">
                  <c:v>47039.037883345474</c:v>
                </c:pt>
                <c:pt idx="1379">
                  <c:v>47039.037883345474</c:v>
                </c:pt>
                <c:pt idx="1380">
                  <c:v>47168.66485635226</c:v>
                </c:pt>
                <c:pt idx="1381">
                  <c:v>47168.66485635226</c:v>
                </c:pt>
                <c:pt idx="1382">
                  <c:v>47168.66485635226</c:v>
                </c:pt>
                <c:pt idx="1383">
                  <c:v>47168.66485635226</c:v>
                </c:pt>
                <c:pt idx="1384">
                  <c:v>47168.66485635226</c:v>
                </c:pt>
                <c:pt idx="1385">
                  <c:v>47168.66485635226</c:v>
                </c:pt>
                <c:pt idx="1386">
                  <c:v>47280.90245481824</c:v>
                </c:pt>
                <c:pt idx="1387">
                  <c:v>47410.02002425593</c:v>
                </c:pt>
                <c:pt idx="1388">
                  <c:v>47511.959239624004</c:v>
                </c:pt>
                <c:pt idx="1389">
                  <c:v>47511.959239624004</c:v>
                </c:pt>
                <c:pt idx="1390">
                  <c:v>47511.959239624004</c:v>
                </c:pt>
                <c:pt idx="1391">
                  <c:v>47511.959239624004</c:v>
                </c:pt>
                <c:pt idx="1392">
                  <c:v>47511.959239624004</c:v>
                </c:pt>
                <c:pt idx="1393">
                  <c:v>47601.75425784787</c:v>
                </c:pt>
                <c:pt idx="1394">
                  <c:v>47686.6411714317</c:v>
                </c:pt>
                <c:pt idx="1395">
                  <c:v>47686.6411714317</c:v>
                </c:pt>
                <c:pt idx="1396">
                  <c:v>47686.6411714317</c:v>
                </c:pt>
                <c:pt idx="1397">
                  <c:v>47686.6411714317</c:v>
                </c:pt>
                <c:pt idx="1398">
                  <c:v>47767.0408578605</c:v>
                </c:pt>
                <c:pt idx="1399">
                  <c:v>47856.70834978291</c:v>
                </c:pt>
                <c:pt idx="1400">
                  <c:v>47856.70834978291</c:v>
                </c:pt>
                <c:pt idx="1401">
                  <c:v>47856.70834978291</c:v>
                </c:pt>
                <c:pt idx="1402">
                  <c:v>47856.70834978291</c:v>
                </c:pt>
                <c:pt idx="1403">
                  <c:v>47856.70834978291</c:v>
                </c:pt>
                <c:pt idx="1404">
                  <c:v>47856.70834978291</c:v>
                </c:pt>
                <c:pt idx="1405">
                  <c:v>47945.8682785001</c:v>
                </c:pt>
                <c:pt idx="1406">
                  <c:v>47945.8682785001</c:v>
                </c:pt>
                <c:pt idx="1407">
                  <c:v>47945.8682785001</c:v>
                </c:pt>
                <c:pt idx="1408">
                  <c:v>48052.98387338157</c:v>
                </c:pt>
                <c:pt idx="1409">
                  <c:v>48052.98387338157</c:v>
                </c:pt>
                <c:pt idx="1410">
                  <c:v>48052.98387338157</c:v>
                </c:pt>
                <c:pt idx="1411">
                  <c:v>48052.98387338157</c:v>
                </c:pt>
                <c:pt idx="1412">
                  <c:v>48052.98387338157</c:v>
                </c:pt>
                <c:pt idx="1413">
                  <c:v>48052.98387338157</c:v>
                </c:pt>
                <c:pt idx="1414">
                  <c:v>48052.98387338157</c:v>
                </c:pt>
                <c:pt idx="1415">
                  <c:v>48052.98387338157</c:v>
                </c:pt>
                <c:pt idx="1416">
                  <c:v>48174.22501602865</c:v>
                </c:pt>
                <c:pt idx="1417">
                  <c:v>48264.431825148065</c:v>
                </c:pt>
                <c:pt idx="1418">
                  <c:v>48264.431825148065</c:v>
                </c:pt>
                <c:pt idx="1419">
                  <c:v>48264.431825148065</c:v>
                </c:pt>
                <c:pt idx="1420">
                  <c:v>48264.431825148065</c:v>
                </c:pt>
                <c:pt idx="1421">
                  <c:v>48364.831256824116</c:v>
                </c:pt>
                <c:pt idx="1422">
                  <c:v>48450.28495670577</c:v>
                </c:pt>
                <c:pt idx="1423">
                  <c:v>48553.70675189209</c:v>
                </c:pt>
                <c:pt idx="1424">
                  <c:v>48553.70675189209</c:v>
                </c:pt>
                <c:pt idx="1425">
                  <c:v>48553.70675189209</c:v>
                </c:pt>
                <c:pt idx="1426">
                  <c:v>48553.70675189209</c:v>
                </c:pt>
                <c:pt idx="1427">
                  <c:v>48553.70675189209</c:v>
                </c:pt>
                <c:pt idx="1428">
                  <c:v>48553.70675189209</c:v>
                </c:pt>
                <c:pt idx="1429">
                  <c:v>48553.70675189209</c:v>
                </c:pt>
                <c:pt idx="1430">
                  <c:v>48553.70675189209</c:v>
                </c:pt>
                <c:pt idx="1431">
                  <c:v>48670.740842458574</c:v>
                </c:pt>
                <c:pt idx="1432">
                  <c:v>48670.740842458574</c:v>
                </c:pt>
                <c:pt idx="1433">
                  <c:v>48670.740842458574</c:v>
                </c:pt>
                <c:pt idx="1434">
                  <c:v>48670.740842458574</c:v>
                </c:pt>
                <c:pt idx="1435">
                  <c:v>48670.740842458574</c:v>
                </c:pt>
                <c:pt idx="1436">
                  <c:v>48794.715450606156</c:v>
                </c:pt>
                <c:pt idx="1437">
                  <c:v>48794.715450606156</c:v>
                </c:pt>
                <c:pt idx="1438">
                  <c:v>48794.715450606156</c:v>
                </c:pt>
                <c:pt idx="1439">
                  <c:v>48794.715450606156</c:v>
                </c:pt>
                <c:pt idx="1440">
                  <c:v>48794.715450606156</c:v>
                </c:pt>
                <c:pt idx="1441">
                  <c:v>48897.90847720645</c:v>
                </c:pt>
                <c:pt idx="1442">
                  <c:v>48897.90847720645</c:v>
                </c:pt>
                <c:pt idx="1443">
                  <c:v>48998.64910931572</c:v>
                </c:pt>
                <c:pt idx="1444">
                  <c:v>49097.72871980639</c:v>
                </c:pt>
                <c:pt idx="1445">
                  <c:v>49097.72871980639</c:v>
                </c:pt>
                <c:pt idx="1446">
                  <c:v>49206.458487919386</c:v>
                </c:pt>
                <c:pt idx="1447">
                  <c:v>49315.2502255865</c:v>
                </c:pt>
                <c:pt idx="1448">
                  <c:v>49315.2502255865</c:v>
                </c:pt>
                <c:pt idx="1449">
                  <c:v>49315.2502255865</c:v>
                </c:pt>
                <c:pt idx="1450">
                  <c:v>49315.2502255865</c:v>
                </c:pt>
                <c:pt idx="1451">
                  <c:v>49315.2502255865</c:v>
                </c:pt>
                <c:pt idx="1452">
                  <c:v>49315.2502255865</c:v>
                </c:pt>
                <c:pt idx="1453">
                  <c:v>49447.41206605751</c:v>
                </c:pt>
                <c:pt idx="1454">
                  <c:v>49522.13317282013</c:v>
                </c:pt>
                <c:pt idx="1455">
                  <c:v>49613.103867458325</c:v>
                </c:pt>
                <c:pt idx="1456">
                  <c:v>49696.12806837822</c:v>
                </c:pt>
                <c:pt idx="1457">
                  <c:v>49772.47057144139</c:v>
                </c:pt>
                <c:pt idx="1458">
                  <c:v>49904.34208945629</c:v>
                </c:pt>
                <c:pt idx="1459">
                  <c:v>49995.51020828981</c:v>
                </c:pt>
                <c:pt idx="1460">
                  <c:v>50108.81048441078</c:v>
                </c:pt>
                <c:pt idx="1461">
                  <c:v>50108.81048441078</c:v>
                </c:pt>
                <c:pt idx="1462">
                  <c:v>50185.82816196124</c:v>
                </c:pt>
                <c:pt idx="1463">
                  <c:v>50309.10382770575</c:v>
                </c:pt>
                <c:pt idx="1464">
                  <c:v>50309.10382770575</c:v>
                </c:pt>
                <c:pt idx="1465">
                  <c:v>50372.56719058078</c:v>
                </c:pt>
                <c:pt idx="1466">
                  <c:v>50372.56719058078</c:v>
                </c:pt>
                <c:pt idx="1467">
                  <c:v>50468.541395009604</c:v>
                </c:pt>
                <c:pt idx="1468">
                  <c:v>50468.541395009604</c:v>
                </c:pt>
                <c:pt idx="1469">
                  <c:v>50566.64491500417</c:v>
                </c:pt>
                <c:pt idx="1470">
                  <c:v>50676.10355720636</c:v>
                </c:pt>
                <c:pt idx="1471">
                  <c:v>50783.98953527677</c:v>
                </c:pt>
                <c:pt idx="1472">
                  <c:v>50847.61897613886</c:v>
                </c:pt>
                <c:pt idx="1473">
                  <c:v>50937.24940100826</c:v>
                </c:pt>
                <c:pt idx="1474">
                  <c:v>50937.24940100826</c:v>
                </c:pt>
                <c:pt idx="1475">
                  <c:v>50961.412159752</c:v>
                </c:pt>
                <c:pt idx="1476">
                  <c:v>51068.0143751763</c:v>
                </c:pt>
                <c:pt idx="1477">
                  <c:v>51164.74421029543</c:v>
                </c:pt>
                <c:pt idx="1478">
                  <c:v>51164.74421029543</c:v>
                </c:pt>
                <c:pt idx="1479">
                  <c:v>51164.74421029543</c:v>
                </c:pt>
                <c:pt idx="1480">
                  <c:v>51164.74421029543</c:v>
                </c:pt>
                <c:pt idx="1481">
                  <c:v>51164.74421029543</c:v>
                </c:pt>
                <c:pt idx="1482">
                  <c:v>51164.74421029543</c:v>
                </c:pt>
                <c:pt idx="1483">
                  <c:v>51287.78085740662</c:v>
                </c:pt>
                <c:pt idx="1484">
                  <c:v>51287.78085740662</c:v>
                </c:pt>
                <c:pt idx="1485">
                  <c:v>51287.78085740662</c:v>
                </c:pt>
                <c:pt idx="1486">
                  <c:v>51425.15936768833</c:v>
                </c:pt>
                <c:pt idx="1487">
                  <c:v>51524.635043121074</c:v>
                </c:pt>
                <c:pt idx="1488">
                  <c:v>51554.96426514729</c:v>
                </c:pt>
                <c:pt idx="1489">
                  <c:v>51554.96426514729</c:v>
                </c:pt>
                <c:pt idx="1490">
                  <c:v>51554.96426514729</c:v>
                </c:pt>
                <c:pt idx="1491">
                  <c:v>51632.58728022153</c:v>
                </c:pt>
                <c:pt idx="1492">
                  <c:v>51756.904778198965</c:v>
                </c:pt>
                <c:pt idx="1493">
                  <c:v>51848.95699959038</c:v>
                </c:pt>
                <c:pt idx="1494">
                  <c:v>51947.890930553585</c:v>
                </c:pt>
                <c:pt idx="1495">
                  <c:v>51947.890930553585</c:v>
                </c:pt>
                <c:pt idx="1496">
                  <c:v>51947.890930553585</c:v>
                </c:pt>
                <c:pt idx="1497">
                  <c:v>52033.48593898786</c:v>
                </c:pt>
                <c:pt idx="1498">
                  <c:v>52156.36855226549</c:v>
                </c:pt>
                <c:pt idx="1499">
                  <c:v>52156.36855226549</c:v>
                </c:pt>
                <c:pt idx="1500">
                  <c:v>52156.36855226549</c:v>
                </c:pt>
                <c:pt idx="1501">
                  <c:v>52244.63578267186</c:v>
                </c:pt>
                <c:pt idx="1502">
                  <c:v>52374.895974875355</c:v>
                </c:pt>
                <c:pt idx="1503">
                  <c:v>52374.895974875355</c:v>
                </c:pt>
                <c:pt idx="1504">
                  <c:v>52482.70520506517</c:v>
                </c:pt>
                <c:pt idx="1505">
                  <c:v>52575.6342537553</c:v>
                </c:pt>
                <c:pt idx="1506">
                  <c:v>52575.6342537553</c:v>
                </c:pt>
                <c:pt idx="1507">
                  <c:v>52575.6342537553</c:v>
                </c:pt>
                <c:pt idx="1508">
                  <c:v>52575.6342537553</c:v>
                </c:pt>
                <c:pt idx="1509">
                  <c:v>52575.6342537553</c:v>
                </c:pt>
                <c:pt idx="1510">
                  <c:v>52575.6342537553</c:v>
                </c:pt>
                <c:pt idx="1511">
                  <c:v>52575.6342537553</c:v>
                </c:pt>
                <c:pt idx="1512">
                  <c:v>52575.6342537553</c:v>
                </c:pt>
                <c:pt idx="1513">
                  <c:v>52575.6342537553</c:v>
                </c:pt>
                <c:pt idx="1514">
                  <c:v>52575.6342537553</c:v>
                </c:pt>
                <c:pt idx="1515">
                  <c:v>52664.25219033988</c:v>
                </c:pt>
                <c:pt idx="1516">
                  <c:v>52664.25219033988</c:v>
                </c:pt>
                <c:pt idx="1517">
                  <c:v>52757.26364677209</c:v>
                </c:pt>
                <c:pt idx="1518">
                  <c:v>52840.39294774674</c:v>
                </c:pt>
                <c:pt idx="1519">
                  <c:v>52927.6488520135</c:v>
                </c:pt>
                <c:pt idx="1520">
                  <c:v>53023.22525397221</c:v>
                </c:pt>
                <c:pt idx="1521">
                  <c:v>53147.141977403946</c:v>
                </c:pt>
                <c:pt idx="1522">
                  <c:v>53147.141977403946</c:v>
                </c:pt>
                <c:pt idx="1523">
                  <c:v>53231.90978090574</c:v>
                </c:pt>
                <c:pt idx="1524">
                  <c:v>53231.90978090574</c:v>
                </c:pt>
                <c:pt idx="1525">
                  <c:v>53333.864778967356</c:v>
                </c:pt>
                <c:pt idx="1526">
                  <c:v>53333.864778967356</c:v>
                </c:pt>
                <c:pt idx="1527">
                  <c:v>53333.864778967356</c:v>
                </c:pt>
                <c:pt idx="1528">
                  <c:v>53438.65314474901</c:v>
                </c:pt>
                <c:pt idx="1529">
                  <c:v>53522.53580863023</c:v>
                </c:pt>
                <c:pt idx="1530">
                  <c:v>53596.07338473964</c:v>
                </c:pt>
                <c:pt idx="1531">
                  <c:v>53596.07338473964</c:v>
                </c:pt>
                <c:pt idx="1532">
                  <c:v>53750.47398130052</c:v>
                </c:pt>
                <c:pt idx="1533">
                  <c:v>53750.47398130052</c:v>
                </c:pt>
                <c:pt idx="1534">
                  <c:v>53790.60155416521</c:v>
                </c:pt>
                <c:pt idx="1535">
                  <c:v>53898.93078955774</c:v>
                </c:pt>
                <c:pt idx="1536">
                  <c:v>53965.97643522699</c:v>
                </c:pt>
                <c:pt idx="1537">
                  <c:v>53965.97643522699</c:v>
                </c:pt>
                <c:pt idx="1538">
                  <c:v>54094.41124191547</c:v>
                </c:pt>
                <c:pt idx="1539">
                  <c:v>54094.41124191547</c:v>
                </c:pt>
                <c:pt idx="1540">
                  <c:v>54190.85686047984</c:v>
                </c:pt>
                <c:pt idx="1541">
                  <c:v>54271.418017266966</c:v>
                </c:pt>
                <c:pt idx="1542">
                  <c:v>54271.418017266966</c:v>
                </c:pt>
                <c:pt idx="1543">
                  <c:v>54349.966124466904</c:v>
                </c:pt>
                <c:pt idx="1544">
                  <c:v>54449.44266145542</c:v>
                </c:pt>
                <c:pt idx="1545">
                  <c:v>54449.44266145542</c:v>
                </c:pt>
                <c:pt idx="1546">
                  <c:v>54449.44266145542</c:v>
                </c:pt>
                <c:pt idx="1547">
                  <c:v>54552.943412810695</c:v>
                </c:pt>
                <c:pt idx="1548">
                  <c:v>54552.943412810695</c:v>
                </c:pt>
                <c:pt idx="1549">
                  <c:v>54552.943412810695</c:v>
                </c:pt>
                <c:pt idx="1550">
                  <c:v>54669.4074584239</c:v>
                </c:pt>
                <c:pt idx="1551">
                  <c:v>54669.4074584239</c:v>
                </c:pt>
                <c:pt idx="1552">
                  <c:v>54669.4074584239</c:v>
                </c:pt>
                <c:pt idx="1553">
                  <c:v>54802.61146676566</c:v>
                </c:pt>
                <c:pt idx="1554">
                  <c:v>54898.05979403194</c:v>
                </c:pt>
                <c:pt idx="1555">
                  <c:v>55031.46662322382</c:v>
                </c:pt>
                <c:pt idx="1556">
                  <c:v>55031.46662322382</c:v>
                </c:pt>
                <c:pt idx="1557">
                  <c:v>55031.46662322382</c:v>
                </c:pt>
                <c:pt idx="1558">
                  <c:v>55065.833096205904</c:v>
                </c:pt>
                <c:pt idx="1559">
                  <c:v>55065.833096205904</c:v>
                </c:pt>
                <c:pt idx="1560">
                  <c:v>55178.794811687556</c:v>
                </c:pt>
                <c:pt idx="1561">
                  <c:v>55178.794811687556</c:v>
                </c:pt>
                <c:pt idx="1562">
                  <c:v>55178.794811687556</c:v>
                </c:pt>
                <c:pt idx="1563">
                  <c:v>55262.66045226476</c:v>
                </c:pt>
                <c:pt idx="1564">
                  <c:v>55262.66045226476</c:v>
                </c:pt>
                <c:pt idx="1565">
                  <c:v>55347.59943107388</c:v>
                </c:pt>
                <c:pt idx="1566">
                  <c:v>55347.59943107388</c:v>
                </c:pt>
                <c:pt idx="1567">
                  <c:v>55347.59943107388</c:v>
                </c:pt>
                <c:pt idx="1568">
                  <c:v>55396.200682740084</c:v>
                </c:pt>
                <c:pt idx="1569">
                  <c:v>55503.20419579482</c:v>
                </c:pt>
                <c:pt idx="1570">
                  <c:v>55503.20419579482</c:v>
                </c:pt>
                <c:pt idx="1571">
                  <c:v>55607.68560821292</c:v>
                </c:pt>
                <c:pt idx="1572">
                  <c:v>55707.558875149654</c:v>
                </c:pt>
                <c:pt idx="1573">
                  <c:v>55707.558875149654</c:v>
                </c:pt>
                <c:pt idx="1574">
                  <c:v>55707.558875149654</c:v>
                </c:pt>
                <c:pt idx="1575">
                  <c:v>55707.558875149654</c:v>
                </c:pt>
                <c:pt idx="1576">
                  <c:v>55809.181845836654</c:v>
                </c:pt>
                <c:pt idx="1577">
                  <c:v>55809.181845836654</c:v>
                </c:pt>
                <c:pt idx="1578">
                  <c:v>55809.181845836654</c:v>
                </c:pt>
                <c:pt idx="1579">
                  <c:v>55809.181845836654</c:v>
                </c:pt>
                <c:pt idx="1580">
                  <c:v>55905.17718299618</c:v>
                </c:pt>
                <c:pt idx="1581">
                  <c:v>56006.780583493775</c:v>
                </c:pt>
                <c:pt idx="1582">
                  <c:v>56075.91711979813</c:v>
                </c:pt>
                <c:pt idx="1583">
                  <c:v>56075.91711979813</c:v>
                </c:pt>
                <c:pt idx="1584">
                  <c:v>56075.91711979813</c:v>
                </c:pt>
                <c:pt idx="1585">
                  <c:v>56075.91711979813</c:v>
                </c:pt>
                <c:pt idx="1586">
                  <c:v>56075.91711979813</c:v>
                </c:pt>
                <c:pt idx="1587">
                  <c:v>56195.475255532765</c:v>
                </c:pt>
                <c:pt idx="1588">
                  <c:v>56195.475255532765</c:v>
                </c:pt>
                <c:pt idx="1589">
                  <c:v>56289.58019616724</c:v>
                </c:pt>
                <c:pt idx="1590">
                  <c:v>56289.58019616724</c:v>
                </c:pt>
                <c:pt idx="1591">
                  <c:v>56407.868622356</c:v>
                </c:pt>
                <c:pt idx="1592">
                  <c:v>56407.868622356</c:v>
                </c:pt>
                <c:pt idx="1593">
                  <c:v>56407.868622356</c:v>
                </c:pt>
                <c:pt idx="1594">
                  <c:v>56407.868622356</c:v>
                </c:pt>
                <c:pt idx="1595">
                  <c:v>56407.868622356</c:v>
                </c:pt>
                <c:pt idx="1596">
                  <c:v>56519.62320980562</c:v>
                </c:pt>
                <c:pt idx="1597">
                  <c:v>56519.62320980562</c:v>
                </c:pt>
                <c:pt idx="1598">
                  <c:v>56519.62320980562</c:v>
                </c:pt>
                <c:pt idx="1599">
                  <c:v>56519.62320980562</c:v>
                </c:pt>
                <c:pt idx="1600">
                  <c:v>56519.62320980562</c:v>
                </c:pt>
                <c:pt idx="1601">
                  <c:v>56519.62320980562</c:v>
                </c:pt>
                <c:pt idx="1602">
                  <c:v>56519.62320980562</c:v>
                </c:pt>
                <c:pt idx="1603">
                  <c:v>56519.62320980562</c:v>
                </c:pt>
                <c:pt idx="1604">
                  <c:v>56519.62320980562</c:v>
                </c:pt>
                <c:pt idx="1605">
                  <c:v>56519.62320980562</c:v>
                </c:pt>
                <c:pt idx="1606">
                  <c:v>56519.62320980562</c:v>
                </c:pt>
                <c:pt idx="1607">
                  <c:v>56519.62320980562</c:v>
                </c:pt>
                <c:pt idx="1608">
                  <c:v>56608.75090666356</c:v>
                </c:pt>
                <c:pt idx="1609">
                  <c:v>56716.751175379606</c:v>
                </c:pt>
                <c:pt idx="1610">
                  <c:v>56716.751175379606</c:v>
                </c:pt>
                <c:pt idx="1611">
                  <c:v>56716.751175379606</c:v>
                </c:pt>
                <c:pt idx="1612">
                  <c:v>56716.751175379606</c:v>
                </c:pt>
                <c:pt idx="1613">
                  <c:v>56716.751175379606</c:v>
                </c:pt>
                <c:pt idx="1614">
                  <c:v>56716.751175379606</c:v>
                </c:pt>
                <c:pt idx="1615">
                  <c:v>56716.751175379606</c:v>
                </c:pt>
                <c:pt idx="1616">
                  <c:v>56716.751175379606</c:v>
                </c:pt>
                <c:pt idx="1617">
                  <c:v>56840.640290679105</c:v>
                </c:pt>
                <c:pt idx="1618">
                  <c:v>56840.640290679105</c:v>
                </c:pt>
                <c:pt idx="1619">
                  <c:v>56840.640290679105</c:v>
                </c:pt>
                <c:pt idx="1620">
                  <c:v>56840.640290679105</c:v>
                </c:pt>
                <c:pt idx="1621">
                  <c:v>56840.640290679105</c:v>
                </c:pt>
                <c:pt idx="1622">
                  <c:v>56928.09888121059</c:v>
                </c:pt>
                <c:pt idx="1623">
                  <c:v>57057.105257651165</c:v>
                </c:pt>
                <c:pt idx="1624">
                  <c:v>57057.105257651165</c:v>
                </c:pt>
                <c:pt idx="1625">
                  <c:v>57057.105257651165</c:v>
                </c:pt>
                <c:pt idx="1626">
                  <c:v>57057.105257651165</c:v>
                </c:pt>
                <c:pt idx="1627">
                  <c:v>57057.105257651165</c:v>
                </c:pt>
                <c:pt idx="1628">
                  <c:v>57178.25539974082</c:v>
                </c:pt>
                <c:pt idx="1629">
                  <c:v>57178.25539974082</c:v>
                </c:pt>
                <c:pt idx="1630">
                  <c:v>57271.85284717369</c:v>
                </c:pt>
                <c:pt idx="1631">
                  <c:v>57271.85284717369</c:v>
                </c:pt>
                <c:pt idx="1632">
                  <c:v>57271.85284717369</c:v>
                </c:pt>
                <c:pt idx="1633">
                  <c:v>57271.85284717369</c:v>
                </c:pt>
                <c:pt idx="1634">
                  <c:v>57396.47163717212</c:v>
                </c:pt>
                <c:pt idx="1635">
                  <c:v>57396.47163717212</c:v>
                </c:pt>
                <c:pt idx="1636">
                  <c:v>57521.09042717055</c:v>
                </c:pt>
                <c:pt idx="1637">
                  <c:v>57521.09042717055</c:v>
                </c:pt>
                <c:pt idx="1638">
                  <c:v>57521.09042717055</c:v>
                </c:pt>
                <c:pt idx="1639">
                  <c:v>57521.09042717055</c:v>
                </c:pt>
                <c:pt idx="1640">
                  <c:v>57521.09042717055</c:v>
                </c:pt>
                <c:pt idx="1641">
                  <c:v>57526.261336124735</c:v>
                </c:pt>
                <c:pt idx="1642">
                  <c:v>57531.38270359009</c:v>
                </c:pt>
                <c:pt idx="1643">
                  <c:v>57531.38270359009</c:v>
                </c:pt>
                <c:pt idx="1644">
                  <c:v>57531.38270359009</c:v>
                </c:pt>
                <c:pt idx="1645">
                  <c:v>57531.38270359009</c:v>
                </c:pt>
                <c:pt idx="1646">
                  <c:v>57531.38270359009</c:v>
                </c:pt>
                <c:pt idx="1647">
                  <c:v>57531.38270359009</c:v>
                </c:pt>
                <c:pt idx="1648">
                  <c:v>57531.38270359009</c:v>
                </c:pt>
                <c:pt idx="1649">
                  <c:v>57651.13447840484</c:v>
                </c:pt>
                <c:pt idx="1650">
                  <c:v>57770.924202318856</c:v>
                </c:pt>
                <c:pt idx="1651">
                  <c:v>57770.924202318856</c:v>
                </c:pt>
                <c:pt idx="1652">
                  <c:v>57770.924202318856</c:v>
                </c:pt>
                <c:pt idx="1653">
                  <c:v>57770.924202318856</c:v>
                </c:pt>
                <c:pt idx="1654">
                  <c:v>57770.924202318856</c:v>
                </c:pt>
                <c:pt idx="1655">
                  <c:v>57770.924202318856</c:v>
                </c:pt>
                <c:pt idx="1656">
                  <c:v>57770.924202318856</c:v>
                </c:pt>
                <c:pt idx="1657">
                  <c:v>57873.18265666348</c:v>
                </c:pt>
                <c:pt idx="1658">
                  <c:v>57873.18265666348</c:v>
                </c:pt>
                <c:pt idx="1659">
                  <c:v>57873.18265666348</c:v>
                </c:pt>
                <c:pt idx="1660">
                  <c:v>57873.18265666348</c:v>
                </c:pt>
                <c:pt idx="1661">
                  <c:v>57873.18265666348</c:v>
                </c:pt>
                <c:pt idx="1662">
                  <c:v>57873.18265666348</c:v>
                </c:pt>
                <c:pt idx="1663">
                  <c:v>57873.18265666348</c:v>
                </c:pt>
                <c:pt idx="1664">
                  <c:v>57873.18265666348</c:v>
                </c:pt>
                <c:pt idx="1665">
                  <c:v>57873.18265666348</c:v>
                </c:pt>
                <c:pt idx="1666">
                  <c:v>57968.280741223316</c:v>
                </c:pt>
                <c:pt idx="1667">
                  <c:v>57968.280741223316</c:v>
                </c:pt>
                <c:pt idx="1668">
                  <c:v>57968.280741223316</c:v>
                </c:pt>
                <c:pt idx="1669">
                  <c:v>57968.280741223316</c:v>
                </c:pt>
                <c:pt idx="1670">
                  <c:v>57968.280741223316</c:v>
                </c:pt>
                <c:pt idx="1671">
                  <c:v>58061.873648199544</c:v>
                </c:pt>
                <c:pt idx="1672">
                  <c:v>58061.873648199544</c:v>
                </c:pt>
                <c:pt idx="1673">
                  <c:v>58061.873648199544</c:v>
                </c:pt>
                <c:pt idx="1674">
                  <c:v>58061.873648199544</c:v>
                </c:pt>
                <c:pt idx="1675">
                  <c:v>58061.873648199544</c:v>
                </c:pt>
                <c:pt idx="1676">
                  <c:v>58061.873648199544</c:v>
                </c:pt>
                <c:pt idx="1677">
                  <c:v>58204.37214994915</c:v>
                </c:pt>
                <c:pt idx="1678">
                  <c:v>58204.37214994915</c:v>
                </c:pt>
                <c:pt idx="1679">
                  <c:v>58204.37214994915</c:v>
                </c:pt>
                <c:pt idx="1680">
                  <c:v>58308.557120518686</c:v>
                </c:pt>
                <c:pt idx="1681">
                  <c:v>58308.557120518686</c:v>
                </c:pt>
                <c:pt idx="1682">
                  <c:v>58308.557120518686</c:v>
                </c:pt>
                <c:pt idx="1683">
                  <c:v>58308.557120518686</c:v>
                </c:pt>
                <c:pt idx="1684">
                  <c:v>58308.557120518686</c:v>
                </c:pt>
                <c:pt idx="1685">
                  <c:v>58308.557120518686</c:v>
                </c:pt>
                <c:pt idx="1686">
                  <c:v>58308.557120518686</c:v>
                </c:pt>
                <c:pt idx="1687">
                  <c:v>58308.557120518686</c:v>
                </c:pt>
                <c:pt idx="1688">
                  <c:v>58308.557120518686</c:v>
                </c:pt>
                <c:pt idx="1689">
                  <c:v>58308.557120518686</c:v>
                </c:pt>
                <c:pt idx="1690">
                  <c:v>58386.14512929412</c:v>
                </c:pt>
                <c:pt idx="1691">
                  <c:v>58386.14512929412</c:v>
                </c:pt>
                <c:pt idx="1692">
                  <c:v>58386.14512929412</c:v>
                </c:pt>
                <c:pt idx="1693">
                  <c:v>58455.64563793406</c:v>
                </c:pt>
                <c:pt idx="1694">
                  <c:v>58455.64563793406</c:v>
                </c:pt>
                <c:pt idx="1695">
                  <c:v>58455.64563793406</c:v>
                </c:pt>
                <c:pt idx="1696">
                  <c:v>58455.64563793406</c:v>
                </c:pt>
                <c:pt idx="1697">
                  <c:v>58523.1439662438</c:v>
                </c:pt>
                <c:pt idx="1698">
                  <c:v>58523.1439662438</c:v>
                </c:pt>
                <c:pt idx="1699">
                  <c:v>58590.65507202005</c:v>
                </c:pt>
                <c:pt idx="1700">
                  <c:v>58691.23066535048</c:v>
                </c:pt>
                <c:pt idx="1701">
                  <c:v>58691.23066535048</c:v>
                </c:pt>
                <c:pt idx="1702">
                  <c:v>58691.23066535048</c:v>
                </c:pt>
                <c:pt idx="1703">
                  <c:v>58691.23066535048</c:v>
                </c:pt>
                <c:pt idx="1704">
                  <c:v>58691.23066535048</c:v>
                </c:pt>
                <c:pt idx="1705">
                  <c:v>58691.23066535048</c:v>
                </c:pt>
                <c:pt idx="1706">
                  <c:v>58691.23066535048</c:v>
                </c:pt>
                <c:pt idx="1707">
                  <c:v>58691.23066535048</c:v>
                </c:pt>
                <c:pt idx="1708">
                  <c:v>58691.23066535048</c:v>
                </c:pt>
                <c:pt idx="1709">
                  <c:v>58816.74805884259</c:v>
                </c:pt>
                <c:pt idx="1710">
                  <c:v>58816.74805884259</c:v>
                </c:pt>
                <c:pt idx="1711">
                  <c:v>58816.74805884259</c:v>
                </c:pt>
                <c:pt idx="1712">
                  <c:v>58906.20409205311</c:v>
                </c:pt>
                <c:pt idx="1713">
                  <c:v>58906.20409205311</c:v>
                </c:pt>
                <c:pt idx="1714">
                  <c:v>58906.20409205311</c:v>
                </c:pt>
                <c:pt idx="1715">
                  <c:v>58906.20409205311</c:v>
                </c:pt>
                <c:pt idx="1716">
                  <c:v>58906.20409205311</c:v>
                </c:pt>
                <c:pt idx="1717">
                  <c:v>58906.20409205311</c:v>
                </c:pt>
                <c:pt idx="1718">
                  <c:v>58906.20409205311</c:v>
                </c:pt>
                <c:pt idx="1719">
                  <c:v>58906.20409205311</c:v>
                </c:pt>
                <c:pt idx="1720">
                  <c:v>58906.20409205311</c:v>
                </c:pt>
                <c:pt idx="1721">
                  <c:v>58906.20409205311</c:v>
                </c:pt>
                <c:pt idx="1722">
                  <c:v>58906.20409205311</c:v>
                </c:pt>
                <c:pt idx="1723">
                  <c:v>58906.20409205311</c:v>
                </c:pt>
                <c:pt idx="1724">
                  <c:v>58906.20409205311</c:v>
                </c:pt>
                <c:pt idx="1725">
                  <c:v>58906.20409205311</c:v>
                </c:pt>
                <c:pt idx="1726">
                  <c:v>58906.20409205311</c:v>
                </c:pt>
                <c:pt idx="1727">
                  <c:v>59005.11167371986</c:v>
                </c:pt>
                <c:pt idx="1728">
                  <c:v>59091.13603943191</c:v>
                </c:pt>
                <c:pt idx="1729">
                  <c:v>59208.47801435343</c:v>
                </c:pt>
                <c:pt idx="1730">
                  <c:v>59208.47801435343</c:v>
                </c:pt>
                <c:pt idx="1731">
                  <c:v>59208.47801435343</c:v>
                </c:pt>
                <c:pt idx="1732">
                  <c:v>59208.47801435343</c:v>
                </c:pt>
                <c:pt idx="1733">
                  <c:v>59275.728269035295</c:v>
                </c:pt>
                <c:pt idx="1734">
                  <c:v>59275.728269035295</c:v>
                </c:pt>
                <c:pt idx="1735">
                  <c:v>59275.728269035295</c:v>
                </c:pt>
                <c:pt idx="1736">
                  <c:v>59275.728269035295</c:v>
                </c:pt>
                <c:pt idx="1737">
                  <c:v>59275.728269035295</c:v>
                </c:pt>
                <c:pt idx="1738">
                  <c:v>59275.728269035295</c:v>
                </c:pt>
                <c:pt idx="1739">
                  <c:v>59275.728269035295</c:v>
                </c:pt>
                <c:pt idx="1740">
                  <c:v>59342.97852371716</c:v>
                </c:pt>
                <c:pt idx="1741">
                  <c:v>59342.97852371716</c:v>
                </c:pt>
                <c:pt idx="1742">
                  <c:v>59342.97852371716</c:v>
                </c:pt>
                <c:pt idx="1743">
                  <c:v>59342.97852371716</c:v>
                </c:pt>
                <c:pt idx="1744">
                  <c:v>59442.253290798806</c:v>
                </c:pt>
                <c:pt idx="1745">
                  <c:v>59442.253290798806</c:v>
                </c:pt>
                <c:pt idx="1746">
                  <c:v>59442.253290798806</c:v>
                </c:pt>
                <c:pt idx="1747">
                  <c:v>59537.918929193256</c:v>
                </c:pt>
                <c:pt idx="1748">
                  <c:v>59537.918929193256</c:v>
                </c:pt>
                <c:pt idx="1749">
                  <c:v>59641.785542991005</c:v>
                </c:pt>
                <c:pt idx="1750">
                  <c:v>59641.785542991005</c:v>
                </c:pt>
                <c:pt idx="1751">
                  <c:v>59752.74736569063</c:v>
                </c:pt>
                <c:pt idx="1752">
                  <c:v>59752.74736569063</c:v>
                </c:pt>
                <c:pt idx="1753">
                  <c:v>59752.74736569063</c:v>
                </c:pt>
                <c:pt idx="1754">
                  <c:v>59752.74736569063</c:v>
                </c:pt>
                <c:pt idx="1755">
                  <c:v>59832.38864164878</c:v>
                </c:pt>
                <c:pt idx="1756">
                  <c:v>59832.38864164878</c:v>
                </c:pt>
                <c:pt idx="1757">
                  <c:v>59912.02991760693</c:v>
                </c:pt>
                <c:pt idx="1758">
                  <c:v>60022.991740306556</c:v>
                </c:pt>
                <c:pt idx="1759">
                  <c:v>60022.991740306556</c:v>
                </c:pt>
                <c:pt idx="1760">
                  <c:v>60022.991740306556</c:v>
                </c:pt>
                <c:pt idx="1761">
                  <c:v>60022.991740306556</c:v>
                </c:pt>
                <c:pt idx="1762">
                  <c:v>60022.991740306556</c:v>
                </c:pt>
                <c:pt idx="1763">
                  <c:v>60022.991740306556</c:v>
                </c:pt>
                <c:pt idx="1764">
                  <c:v>60022.991740306556</c:v>
                </c:pt>
                <c:pt idx="1765">
                  <c:v>60022.991740306556</c:v>
                </c:pt>
                <c:pt idx="1766">
                  <c:v>60022.991740306556</c:v>
                </c:pt>
                <c:pt idx="1767">
                  <c:v>60022.991740306556</c:v>
                </c:pt>
                <c:pt idx="1768">
                  <c:v>60022.991740306556</c:v>
                </c:pt>
                <c:pt idx="1769">
                  <c:v>60122.600807111405</c:v>
                </c:pt>
                <c:pt idx="1770">
                  <c:v>60223.72689859883</c:v>
                </c:pt>
                <c:pt idx="1771">
                  <c:v>60323.335965403676</c:v>
                </c:pt>
                <c:pt idx="1772">
                  <c:v>60409.26043935395</c:v>
                </c:pt>
                <c:pt idx="1773">
                  <c:v>60510.38653084137</c:v>
                </c:pt>
                <c:pt idx="1774">
                  <c:v>60611.512622328795</c:v>
                </c:pt>
                <c:pt idx="1775">
                  <c:v>60711.121689133644</c:v>
                </c:pt>
                <c:pt idx="1776">
                  <c:v>60730.75188750416</c:v>
                </c:pt>
                <c:pt idx="1777">
                  <c:v>60730.75188750416</c:v>
                </c:pt>
                <c:pt idx="1778">
                  <c:v>60730.75188750416</c:v>
                </c:pt>
                <c:pt idx="1779">
                  <c:v>60841.30640926128</c:v>
                </c:pt>
                <c:pt idx="1780">
                  <c:v>60899.96575169942</c:v>
                </c:pt>
                <c:pt idx="1781">
                  <c:v>60899.96575169942</c:v>
                </c:pt>
                <c:pt idx="1782">
                  <c:v>60899.96575169942</c:v>
                </c:pt>
                <c:pt idx="1783">
                  <c:v>60899.96575169942</c:v>
                </c:pt>
                <c:pt idx="1784">
                  <c:v>60899.96575169942</c:v>
                </c:pt>
                <c:pt idx="1785">
                  <c:v>60899.96575169942</c:v>
                </c:pt>
                <c:pt idx="1786">
                  <c:v>60974.61119751337</c:v>
                </c:pt>
                <c:pt idx="1787">
                  <c:v>60974.61119751337</c:v>
                </c:pt>
                <c:pt idx="1788">
                  <c:v>60974.61119751337</c:v>
                </c:pt>
                <c:pt idx="1789">
                  <c:v>61007.26972286559</c:v>
                </c:pt>
                <c:pt idx="1790">
                  <c:v>61007.26972286559</c:v>
                </c:pt>
                <c:pt idx="1791">
                  <c:v>61007.26972286559</c:v>
                </c:pt>
                <c:pt idx="1792">
                  <c:v>61007.26972286559</c:v>
                </c:pt>
                <c:pt idx="1793">
                  <c:v>61095.039746281254</c:v>
                </c:pt>
                <c:pt idx="1794">
                  <c:v>61278.89401407768</c:v>
                </c:pt>
                <c:pt idx="1795">
                  <c:v>61278.89401407768</c:v>
                </c:pt>
                <c:pt idx="1796">
                  <c:v>61278.89401407768</c:v>
                </c:pt>
                <c:pt idx="1797">
                  <c:v>61278.89401407768</c:v>
                </c:pt>
                <c:pt idx="1798">
                  <c:v>61462.74828187411</c:v>
                </c:pt>
                <c:pt idx="1799">
                  <c:v>61462.74828187411</c:v>
                </c:pt>
                <c:pt idx="1800">
                  <c:v>61462.74828187411</c:v>
                </c:pt>
                <c:pt idx="1801">
                  <c:v>61567.952711525715</c:v>
                </c:pt>
                <c:pt idx="1802">
                  <c:v>61567.952711525715</c:v>
                </c:pt>
                <c:pt idx="1803">
                  <c:v>61567.952711525715</c:v>
                </c:pt>
                <c:pt idx="1804">
                  <c:v>61567.952711525715</c:v>
                </c:pt>
                <c:pt idx="1805">
                  <c:v>61683.650040610584</c:v>
                </c:pt>
                <c:pt idx="1806">
                  <c:v>61790.96304189862</c:v>
                </c:pt>
                <c:pt idx="1807">
                  <c:v>61790.96304189862</c:v>
                </c:pt>
                <c:pt idx="1808">
                  <c:v>61889.52877789947</c:v>
                </c:pt>
                <c:pt idx="1809">
                  <c:v>61889.52877789947</c:v>
                </c:pt>
                <c:pt idx="1810">
                  <c:v>61889.52877789947</c:v>
                </c:pt>
                <c:pt idx="1811">
                  <c:v>61889.52877789947</c:v>
                </c:pt>
                <c:pt idx="1812">
                  <c:v>61889.52877789947</c:v>
                </c:pt>
                <c:pt idx="1813">
                  <c:v>61889.52877789947</c:v>
                </c:pt>
                <c:pt idx="1814">
                  <c:v>61889.52877789947</c:v>
                </c:pt>
                <c:pt idx="1815">
                  <c:v>61889.52877789947</c:v>
                </c:pt>
                <c:pt idx="1816">
                  <c:v>61889.52877789947</c:v>
                </c:pt>
                <c:pt idx="1817">
                  <c:v>61991.056936834226</c:v>
                </c:pt>
                <c:pt idx="1818">
                  <c:v>62104.906286300735</c:v>
                </c:pt>
                <c:pt idx="1819">
                  <c:v>62104.906286300735</c:v>
                </c:pt>
                <c:pt idx="1820">
                  <c:v>62104.906286300735</c:v>
                </c:pt>
                <c:pt idx="1821">
                  <c:v>62104.906286300735</c:v>
                </c:pt>
                <c:pt idx="1822">
                  <c:v>62204.1078787109</c:v>
                </c:pt>
                <c:pt idx="1823">
                  <c:v>62304.10114752426</c:v>
                </c:pt>
                <c:pt idx="1824">
                  <c:v>62403.30273993443</c:v>
                </c:pt>
                <c:pt idx="1825">
                  <c:v>62503.29600874779</c:v>
                </c:pt>
                <c:pt idx="1826">
                  <c:v>62603.289277561154</c:v>
                </c:pt>
                <c:pt idx="1827">
                  <c:v>62679.37223839284</c:v>
                </c:pt>
                <c:pt idx="1828">
                  <c:v>62755.455199224525</c:v>
                </c:pt>
                <c:pt idx="1829">
                  <c:v>62876.48114937155</c:v>
                </c:pt>
                <c:pt idx="1830">
                  <c:v>62876.48114937155</c:v>
                </c:pt>
                <c:pt idx="1831">
                  <c:v>62943.30143205461</c:v>
                </c:pt>
                <c:pt idx="1832">
                  <c:v>63017.66055772917</c:v>
                </c:pt>
                <c:pt idx="1833">
                  <c:v>63092.01968340373</c:v>
                </c:pt>
                <c:pt idx="1834">
                  <c:v>63191.22127581389</c:v>
                </c:pt>
                <c:pt idx="1835">
                  <c:v>63191.22127581389</c:v>
                </c:pt>
                <c:pt idx="1836">
                  <c:v>63191.22127581389</c:v>
                </c:pt>
                <c:pt idx="1837">
                  <c:v>63258.04155849695</c:v>
                </c:pt>
                <c:pt idx="1838">
                  <c:v>63258.04155849695</c:v>
                </c:pt>
                <c:pt idx="1839">
                  <c:v>63258.04155849695</c:v>
                </c:pt>
                <c:pt idx="1840">
                  <c:v>63258.04155849695</c:v>
                </c:pt>
                <c:pt idx="1841">
                  <c:v>63379.06750864398</c:v>
                </c:pt>
                <c:pt idx="1842">
                  <c:v>63453.42663431854</c:v>
                </c:pt>
                <c:pt idx="1843">
                  <c:v>63453.42663431854</c:v>
                </c:pt>
                <c:pt idx="1844">
                  <c:v>63453.42663431854</c:v>
                </c:pt>
                <c:pt idx="1845">
                  <c:v>63453.42663431854</c:v>
                </c:pt>
                <c:pt idx="1846">
                  <c:v>63554.81607625652</c:v>
                </c:pt>
                <c:pt idx="1847">
                  <c:v>63554.81607625652</c:v>
                </c:pt>
                <c:pt idx="1848">
                  <c:v>63643.545874272466</c:v>
                </c:pt>
                <c:pt idx="1849">
                  <c:v>63769.00247313653</c:v>
                </c:pt>
                <c:pt idx="1850">
                  <c:v>63769.00247313653</c:v>
                </c:pt>
                <c:pt idx="1851">
                  <c:v>63769.00247313653</c:v>
                </c:pt>
                <c:pt idx="1852">
                  <c:v>63769.00247313653</c:v>
                </c:pt>
                <c:pt idx="1853">
                  <c:v>63769.00247313653</c:v>
                </c:pt>
                <c:pt idx="1854">
                  <c:v>63872.747004702695</c:v>
                </c:pt>
                <c:pt idx="1855">
                  <c:v>63939.567287385755</c:v>
                </c:pt>
                <c:pt idx="1856">
                  <c:v>64040.956729323734</c:v>
                </c:pt>
                <c:pt idx="1857">
                  <c:v>64040.956729323734</c:v>
                </c:pt>
                <c:pt idx="1858">
                  <c:v>64129.68652733968</c:v>
                </c:pt>
                <c:pt idx="1859">
                  <c:v>64218.41632535563</c:v>
                </c:pt>
                <c:pt idx="1860">
                  <c:v>64218.41632535563</c:v>
                </c:pt>
                <c:pt idx="1861">
                  <c:v>64319.80576729361</c:v>
                </c:pt>
                <c:pt idx="1862">
                  <c:v>64319.80576729361</c:v>
                </c:pt>
                <c:pt idx="1863">
                  <c:v>64319.80576729361</c:v>
                </c:pt>
                <c:pt idx="1864">
                  <c:v>64319.80576729361</c:v>
                </c:pt>
                <c:pt idx="1865">
                  <c:v>64319.80576729361</c:v>
                </c:pt>
                <c:pt idx="1866">
                  <c:v>64319.80576729361</c:v>
                </c:pt>
                <c:pt idx="1867">
                  <c:v>64449.60553283024</c:v>
                </c:pt>
                <c:pt idx="1868">
                  <c:v>64449.60553283024</c:v>
                </c:pt>
                <c:pt idx="1869">
                  <c:v>64449.60553283024</c:v>
                </c:pt>
                <c:pt idx="1870">
                  <c:v>64449.60553283024</c:v>
                </c:pt>
                <c:pt idx="1871">
                  <c:v>64560.74081850011</c:v>
                </c:pt>
                <c:pt idx="1872">
                  <c:v>64560.74081850011</c:v>
                </c:pt>
                <c:pt idx="1873">
                  <c:v>64561.28221589371</c:v>
                </c:pt>
                <c:pt idx="1874">
                  <c:v>64561.28221589371</c:v>
                </c:pt>
                <c:pt idx="1875">
                  <c:v>64577.11774401686</c:v>
                </c:pt>
                <c:pt idx="1876">
                  <c:v>64673.73754851347</c:v>
                </c:pt>
                <c:pt idx="1877">
                  <c:v>64673.73754851347</c:v>
                </c:pt>
                <c:pt idx="1878">
                  <c:v>64784.74775406565</c:v>
                </c:pt>
                <c:pt idx="1879">
                  <c:v>64899.467119426496</c:v>
                </c:pt>
                <c:pt idx="1880">
                  <c:v>64899.467119426496</c:v>
                </c:pt>
                <c:pt idx="1881">
                  <c:v>64952.627908417824</c:v>
                </c:pt>
                <c:pt idx="1882">
                  <c:v>64952.627908417824</c:v>
                </c:pt>
                <c:pt idx="1883">
                  <c:v>64952.627908417824</c:v>
                </c:pt>
                <c:pt idx="1884">
                  <c:v>65091.901423894116</c:v>
                </c:pt>
                <c:pt idx="1885">
                  <c:v>65134.63796421158</c:v>
                </c:pt>
                <c:pt idx="1886">
                  <c:v>65134.63796421158</c:v>
                </c:pt>
                <c:pt idx="1887">
                  <c:v>65238.67363772218</c:v>
                </c:pt>
                <c:pt idx="1888">
                  <c:v>65238.67363772218</c:v>
                </c:pt>
                <c:pt idx="1889">
                  <c:v>65306.55200586226</c:v>
                </c:pt>
                <c:pt idx="1890">
                  <c:v>65306.55200586226</c:v>
                </c:pt>
                <c:pt idx="1891">
                  <c:v>65306.55200586226</c:v>
                </c:pt>
                <c:pt idx="1892">
                  <c:v>65410.7492063882</c:v>
                </c:pt>
                <c:pt idx="1893">
                  <c:v>65410.7492063882</c:v>
                </c:pt>
                <c:pt idx="1894">
                  <c:v>65514.94640691415</c:v>
                </c:pt>
                <c:pt idx="1895">
                  <c:v>65573.58382777828</c:v>
                </c:pt>
                <c:pt idx="1896">
                  <c:v>65573.58382777828</c:v>
                </c:pt>
                <c:pt idx="1897">
                  <c:v>65573.58382777828</c:v>
                </c:pt>
                <c:pt idx="1898">
                  <c:v>65573.58382777828</c:v>
                </c:pt>
                <c:pt idx="1899">
                  <c:v>65573.58382777828</c:v>
                </c:pt>
                <c:pt idx="1900">
                  <c:v>65635.41631099163</c:v>
                </c:pt>
                <c:pt idx="1901">
                  <c:v>65635.41631099163</c:v>
                </c:pt>
                <c:pt idx="1902">
                  <c:v>65635.41631099163</c:v>
                </c:pt>
                <c:pt idx="1903">
                  <c:v>65746.00871225726</c:v>
                </c:pt>
                <c:pt idx="1904">
                  <c:v>65824.84747982395</c:v>
                </c:pt>
                <c:pt idx="1905">
                  <c:v>65946.28048760149</c:v>
                </c:pt>
                <c:pt idx="1906">
                  <c:v>66046.00040524802</c:v>
                </c:pt>
                <c:pt idx="1907">
                  <c:v>66158.34004468667</c:v>
                </c:pt>
                <c:pt idx="1908">
                  <c:v>66254.13282571883</c:v>
                </c:pt>
                <c:pt idx="1909">
                  <c:v>66329.19113601444</c:v>
                </c:pt>
                <c:pt idx="1910">
                  <c:v>66329.19113601444</c:v>
                </c:pt>
                <c:pt idx="1911">
                  <c:v>66434.55257493533</c:v>
                </c:pt>
                <c:pt idx="1912">
                  <c:v>66434.55257493533</c:v>
                </c:pt>
                <c:pt idx="1913">
                  <c:v>66434.55257493533</c:v>
                </c:pt>
                <c:pt idx="1914">
                  <c:v>66563.06395786925</c:v>
                </c:pt>
                <c:pt idx="1915">
                  <c:v>66563.06395786925</c:v>
                </c:pt>
                <c:pt idx="1916">
                  <c:v>66563.06395786925</c:v>
                </c:pt>
                <c:pt idx="1917">
                  <c:v>66563.06395786925</c:v>
                </c:pt>
                <c:pt idx="1918">
                  <c:v>66654.72875401126</c:v>
                </c:pt>
                <c:pt idx="1919">
                  <c:v>66654.72875401126</c:v>
                </c:pt>
                <c:pt idx="1920">
                  <c:v>66654.72875401126</c:v>
                </c:pt>
                <c:pt idx="1921">
                  <c:v>66765.83512199538</c:v>
                </c:pt>
                <c:pt idx="1922">
                  <c:v>66765.83512199538</c:v>
                </c:pt>
                <c:pt idx="1923">
                  <c:v>66894.25773181791</c:v>
                </c:pt>
                <c:pt idx="1924">
                  <c:v>66894.25773181791</c:v>
                </c:pt>
                <c:pt idx="1925">
                  <c:v>66894.25773181791</c:v>
                </c:pt>
                <c:pt idx="1926">
                  <c:v>66894.25773181791</c:v>
                </c:pt>
                <c:pt idx="1927">
                  <c:v>66894.25773181791</c:v>
                </c:pt>
                <c:pt idx="1928">
                  <c:v>66894.25773181791</c:v>
                </c:pt>
                <c:pt idx="1929">
                  <c:v>66894.25773181791</c:v>
                </c:pt>
                <c:pt idx="1930">
                  <c:v>66894.25773181791</c:v>
                </c:pt>
                <c:pt idx="1931">
                  <c:v>66985.92507524355</c:v>
                </c:pt>
                <c:pt idx="1932">
                  <c:v>67077.78945535606</c:v>
                </c:pt>
                <c:pt idx="1933">
                  <c:v>67077.78945535606</c:v>
                </c:pt>
                <c:pt idx="1934">
                  <c:v>67206.30733610177</c:v>
                </c:pt>
                <c:pt idx="1935">
                  <c:v>67206.30733610177</c:v>
                </c:pt>
                <c:pt idx="1936">
                  <c:v>67206.30733610177</c:v>
                </c:pt>
                <c:pt idx="1937">
                  <c:v>67301.74415542845</c:v>
                </c:pt>
                <c:pt idx="1938">
                  <c:v>67301.74415542845</c:v>
                </c:pt>
                <c:pt idx="1939">
                  <c:v>67416.47394144529</c:v>
                </c:pt>
                <c:pt idx="1940">
                  <c:v>67531.20372746214</c:v>
                </c:pt>
                <c:pt idx="1941">
                  <c:v>67531.20372746214</c:v>
                </c:pt>
                <c:pt idx="1942">
                  <c:v>67637.34388978934</c:v>
                </c:pt>
                <c:pt idx="1943">
                  <c:v>67637.34388978934</c:v>
                </c:pt>
                <c:pt idx="1944">
                  <c:v>67637.34388978934</c:v>
                </c:pt>
                <c:pt idx="1945">
                  <c:v>67637.34388978934</c:v>
                </c:pt>
                <c:pt idx="1946">
                  <c:v>67637.34388978934</c:v>
                </c:pt>
                <c:pt idx="1947">
                  <c:v>67637.34388978934</c:v>
                </c:pt>
                <c:pt idx="1948">
                  <c:v>67637.34388978934</c:v>
                </c:pt>
                <c:pt idx="1949">
                  <c:v>67637.34388978934</c:v>
                </c:pt>
                <c:pt idx="1950">
                  <c:v>67637.34388978934</c:v>
                </c:pt>
                <c:pt idx="1951">
                  <c:v>67637.34388978934</c:v>
                </c:pt>
                <c:pt idx="1952">
                  <c:v>67637.34388978934</c:v>
                </c:pt>
                <c:pt idx="1953">
                  <c:v>67637.34388978934</c:v>
                </c:pt>
                <c:pt idx="1954">
                  <c:v>67637.34388978934</c:v>
                </c:pt>
                <c:pt idx="1955">
                  <c:v>67735.44753812552</c:v>
                </c:pt>
                <c:pt idx="1956">
                  <c:v>67735.44753812552</c:v>
                </c:pt>
                <c:pt idx="1957">
                  <c:v>67735.44753812552</c:v>
                </c:pt>
                <c:pt idx="1958">
                  <c:v>67735.44753812552</c:v>
                </c:pt>
                <c:pt idx="1959">
                  <c:v>67735.44753812552</c:v>
                </c:pt>
                <c:pt idx="1960">
                  <c:v>67735.44753812552</c:v>
                </c:pt>
                <c:pt idx="1961">
                  <c:v>67810.28945150635</c:v>
                </c:pt>
                <c:pt idx="1962">
                  <c:v>67810.28945150635</c:v>
                </c:pt>
                <c:pt idx="1963">
                  <c:v>67810.28945150635</c:v>
                </c:pt>
                <c:pt idx="1964">
                  <c:v>67901.9760404423</c:v>
                </c:pt>
                <c:pt idx="1965">
                  <c:v>67901.9760404423</c:v>
                </c:pt>
                <c:pt idx="1966">
                  <c:v>67901.9760404423</c:v>
                </c:pt>
                <c:pt idx="1967">
                  <c:v>68006.27972429925</c:v>
                </c:pt>
                <c:pt idx="1968">
                  <c:v>68006.27972429925</c:v>
                </c:pt>
                <c:pt idx="1969">
                  <c:v>68006.27972429925</c:v>
                </c:pt>
                <c:pt idx="1970">
                  <c:v>68006.27972429925</c:v>
                </c:pt>
                <c:pt idx="1971">
                  <c:v>68006.27972429925</c:v>
                </c:pt>
                <c:pt idx="1972">
                  <c:v>68006.27972429925</c:v>
                </c:pt>
                <c:pt idx="1973">
                  <c:v>68006.27972429925</c:v>
                </c:pt>
                <c:pt idx="1974">
                  <c:v>68006.27972429925</c:v>
                </c:pt>
                <c:pt idx="1975">
                  <c:v>68006.27972429925</c:v>
                </c:pt>
                <c:pt idx="1976">
                  <c:v>68006.27972429925</c:v>
                </c:pt>
                <c:pt idx="1977">
                  <c:v>68006.27972429925</c:v>
                </c:pt>
                <c:pt idx="1978">
                  <c:v>68059.12096521517</c:v>
                </c:pt>
                <c:pt idx="1979">
                  <c:v>68111.9622061311</c:v>
                </c:pt>
                <c:pt idx="1980">
                  <c:v>68111.9622061311</c:v>
                </c:pt>
                <c:pt idx="1981">
                  <c:v>68217.80148706445</c:v>
                </c:pt>
                <c:pt idx="1982">
                  <c:v>68340.32589835615</c:v>
                </c:pt>
                <c:pt idx="1983">
                  <c:v>68443.42978429882</c:v>
                </c:pt>
                <c:pt idx="1984">
                  <c:v>68443.42978429882</c:v>
                </c:pt>
                <c:pt idx="1985">
                  <c:v>68443.42978429882</c:v>
                </c:pt>
                <c:pt idx="1986">
                  <c:v>68443.42978429882</c:v>
                </c:pt>
                <c:pt idx="1987">
                  <c:v>68572.67049236617</c:v>
                </c:pt>
                <c:pt idx="1988">
                  <c:v>68572.67049236617</c:v>
                </c:pt>
                <c:pt idx="1989">
                  <c:v>68572.67049236617</c:v>
                </c:pt>
                <c:pt idx="1990">
                  <c:v>68658.45192506736</c:v>
                </c:pt>
                <c:pt idx="1991">
                  <c:v>68658.45192506736</c:v>
                </c:pt>
                <c:pt idx="1992">
                  <c:v>68741.76114469385</c:v>
                </c:pt>
                <c:pt idx="1993">
                  <c:v>68741.76114469385</c:v>
                </c:pt>
                <c:pt idx="1994">
                  <c:v>68741.76114469385</c:v>
                </c:pt>
                <c:pt idx="1995">
                  <c:v>68741.76114469385</c:v>
                </c:pt>
                <c:pt idx="1996">
                  <c:v>68741.76114469385</c:v>
                </c:pt>
                <c:pt idx="1997">
                  <c:v>68844.89975053037</c:v>
                </c:pt>
                <c:pt idx="1998">
                  <c:v>68897.61600032548</c:v>
                </c:pt>
                <c:pt idx="1999">
                  <c:v>68940.99016979059</c:v>
                </c:pt>
                <c:pt idx="2000">
                  <c:v>69074.82087818791</c:v>
                </c:pt>
                <c:pt idx="2001">
                  <c:v>69074.82087818791</c:v>
                </c:pt>
                <c:pt idx="2002">
                  <c:v>69074.82087818791</c:v>
                </c:pt>
                <c:pt idx="2003">
                  <c:v>69074.82087818791</c:v>
                </c:pt>
                <c:pt idx="2004">
                  <c:v>69074.82087818791</c:v>
                </c:pt>
                <c:pt idx="2005">
                  <c:v>69074.82087818791</c:v>
                </c:pt>
                <c:pt idx="2006">
                  <c:v>69074.82087818791</c:v>
                </c:pt>
                <c:pt idx="2007">
                  <c:v>69074.82087818791</c:v>
                </c:pt>
                <c:pt idx="2008">
                  <c:v>69074.82087818791</c:v>
                </c:pt>
                <c:pt idx="2009">
                  <c:v>69074.82087818791</c:v>
                </c:pt>
                <c:pt idx="2010">
                  <c:v>69074.82087818791</c:v>
                </c:pt>
                <c:pt idx="2011">
                  <c:v>69164.63770884601</c:v>
                </c:pt>
                <c:pt idx="2012">
                  <c:v>69251.54590838996</c:v>
                </c:pt>
                <c:pt idx="2013">
                  <c:v>69251.54590838996</c:v>
                </c:pt>
                <c:pt idx="2014">
                  <c:v>69251.54590838996</c:v>
                </c:pt>
                <c:pt idx="2015">
                  <c:v>69251.54590838996</c:v>
                </c:pt>
                <c:pt idx="2016">
                  <c:v>69251.54590838996</c:v>
                </c:pt>
                <c:pt idx="2017">
                  <c:v>69251.54590838996</c:v>
                </c:pt>
                <c:pt idx="2018">
                  <c:v>69366.9970863295</c:v>
                </c:pt>
                <c:pt idx="2019">
                  <c:v>69366.9970863295</c:v>
                </c:pt>
                <c:pt idx="2020">
                  <c:v>69366.9970863295</c:v>
                </c:pt>
                <c:pt idx="2021">
                  <c:v>69366.9970863295</c:v>
                </c:pt>
                <c:pt idx="2022">
                  <c:v>69366.9970863295</c:v>
                </c:pt>
                <c:pt idx="2023">
                  <c:v>69429.2453745037</c:v>
                </c:pt>
                <c:pt idx="2024">
                  <c:v>69429.2453745037</c:v>
                </c:pt>
                <c:pt idx="2025">
                  <c:v>69429.2453745037</c:v>
                </c:pt>
                <c:pt idx="2026">
                  <c:v>69546.53473962944</c:v>
                </c:pt>
                <c:pt idx="2027">
                  <c:v>69546.53473962944</c:v>
                </c:pt>
                <c:pt idx="2028">
                  <c:v>69546.53473962944</c:v>
                </c:pt>
                <c:pt idx="2029">
                  <c:v>69546.53473962944</c:v>
                </c:pt>
                <c:pt idx="2030">
                  <c:v>69546.53473962944</c:v>
                </c:pt>
                <c:pt idx="2031">
                  <c:v>69546.53473962944</c:v>
                </c:pt>
                <c:pt idx="2032">
                  <c:v>69546.53473962944</c:v>
                </c:pt>
                <c:pt idx="2033">
                  <c:v>69546.53473962944</c:v>
                </c:pt>
                <c:pt idx="2034">
                  <c:v>69668.41967992275</c:v>
                </c:pt>
                <c:pt idx="2035">
                  <c:v>69668.41967992275</c:v>
                </c:pt>
                <c:pt idx="2036">
                  <c:v>69668.41967992275</c:v>
                </c:pt>
                <c:pt idx="2037">
                  <c:v>69769.88026651499</c:v>
                </c:pt>
                <c:pt idx="2038">
                  <c:v>69873.62382010822</c:v>
                </c:pt>
                <c:pt idx="2039">
                  <c:v>69873.62382010822</c:v>
                </c:pt>
                <c:pt idx="2040">
                  <c:v>69873.62382010822</c:v>
                </c:pt>
                <c:pt idx="2041">
                  <c:v>69994.74842780997</c:v>
                </c:pt>
                <c:pt idx="2042">
                  <c:v>69994.74842780997</c:v>
                </c:pt>
                <c:pt idx="2043">
                  <c:v>70087.61623927897</c:v>
                </c:pt>
                <c:pt idx="2044">
                  <c:v>70087.61623927897</c:v>
                </c:pt>
                <c:pt idx="2045">
                  <c:v>70087.61623927897</c:v>
                </c:pt>
                <c:pt idx="2046">
                  <c:v>70177.99366816184</c:v>
                </c:pt>
                <c:pt idx="2047">
                  <c:v>70268.86916105243</c:v>
                </c:pt>
                <c:pt idx="2048">
                  <c:v>70268.86916105243</c:v>
                </c:pt>
                <c:pt idx="2049">
                  <c:v>70268.86916105243</c:v>
                </c:pt>
                <c:pt idx="2050">
                  <c:v>70268.86916105243</c:v>
                </c:pt>
                <c:pt idx="2051">
                  <c:v>70268.86916105243</c:v>
                </c:pt>
                <c:pt idx="2052">
                  <c:v>70418.37339200944</c:v>
                </c:pt>
                <c:pt idx="2053">
                  <c:v>70418.37339200944</c:v>
                </c:pt>
                <c:pt idx="2054">
                  <c:v>70418.37339200944</c:v>
                </c:pt>
                <c:pt idx="2055">
                  <c:v>70502.38041274277</c:v>
                </c:pt>
                <c:pt idx="2056">
                  <c:v>70502.38041274277</c:v>
                </c:pt>
                <c:pt idx="2057">
                  <c:v>70502.38041274277</c:v>
                </c:pt>
                <c:pt idx="2058">
                  <c:v>70502.38041274277</c:v>
                </c:pt>
                <c:pt idx="2059">
                  <c:v>70502.38041274277</c:v>
                </c:pt>
                <c:pt idx="2060">
                  <c:v>70502.38041274277</c:v>
                </c:pt>
                <c:pt idx="2061">
                  <c:v>70584.1683624668</c:v>
                </c:pt>
                <c:pt idx="2062">
                  <c:v>70584.1683624668</c:v>
                </c:pt>
                <c:pt idx="2063">
                  <c:v>70584.1683624668</c:v>
                </c:pt>
                <c:pt idx="2064">
                  <c:v>70584.1683624668</c:v>
                </c:pt>
                <c:pt idx="2065">
                  <c:v>70584.1683624668</c:v>
                </c:pt>
                <c:pt idx="2066">
                  <c:v>70682.2470528213</c:v>
                </c:pt>
                <c:pt idx="2067">
                  <c:v>70791.15341680951</c:v>
                </c:pt>
                <c:pt idx="2068">
                  <c:v>70791.15341680951</c:v>
                </c:pt>
                <c:pt idx="2069">
                  <c:v>70889.96406421877</c:v>
                </c:pt>
                <c:pt idx="2070">
                  <c:v>70889.96406421877</c:v>
                </c:pt>
                <c:pt idx="2071">
                  <c:v>70889.96406421877</c:v>
                </c:pt>
                <c:pt idx="2072">
                  <c:v>70889.96406421877</c:v>
                </c:pt>
                <c:pt idx="2073">
                  <c:v>70999.34660492642</c:v>
                </c:pt>
                <c:pt idx="2074">
                  <c:v>70999.34660492642</c:v>
                </c:pt>
                <c:pt idx="2075">
                  <c:v>70999.34660492642</c:v>
                </c:pt>
                <c:pt idx="2076">
                  <c:v>70999.34660492642</c:v>
                </c:pt>
                <c:pt idx="2077">
                  <c:v>70999.34660492642</c:v>
                </c:pt>
                <c:pt idx="2078">
                  <c:v>71079.96895956613</c:v>
                </c:pt>
                <c:pt idx="2079">
                  <c:v>71170.84445245672</c:v>
                </c:pt>
                <c:pt idx="2080">
                  <c:v>71273.3736425072</c:v>
                </c:pt>
                <c:pt idx="2081">
                  <c:v>71273.3736425072</c:v>
                </c:pt>
                <c:pt idx="2082">
                  <c:v>71406.01233805376</c:v>
                </c:pt>
                <c:pt idx="2083">
                  <c:v>71406.01233805376</c:v>
                </c:pt>
                <c:pt idx="2084">
                  <c:v>71406.01233805376</c:v>
                </c:pt>
                <c:pt idx="2085">
                  <c:v>71406.01233805376</c:v>
                </c:pt>
                <c:pt idx="2086">
                  <c:v>71501.22068955925</c:v>
                </c:pt>
                <c:pt idx="2087">
                  <c:v>71501.22068955925</c:v>
                </c:pt>
                <c:pt idx="2088">
                  <c:v>71501.22068955925</c:v>
                </c:pt>
                <c:pt idx="2089">
                  <c:v>71501.22068955925</c:v>
                </c:pt>
                <c:pt idx="2090">
                  <c:v>71543.40059017176</c:v>
                </c:pt>
                <c:pt idx="2091">
                  <c:v>71598.18616105664</c:v>
                </c:pt>
                <c:pt idx="2092">
                  <c:v>71698.58946425481</c:v>
                </c:pt>
                <c:pt idx="2093">
                  <c:v>71698.58946425481</c:v>
                </c:pt>
                <c:pt idx="2094">
                  <c:v>71698.58946425481</c:v>
                </c:pt>
                <c:pt idx="2095">
                  <c:v>71698.58946425481</c:v>
                </c:pt>
                <c:pt idx="2096">
                  <c:v>71698.58946425481</c:v>
                </c:pt>
                <c:pt idx="2097">
                  <c:v>71698.58946425481</c:v>
                </c:pt>
                <c:pt idx="2098">
                  <c:v>71698.58946425481</c:v>
                </c:pt>
                <c:pt idx="2099">
                  <c:v>71698.58946425481</c:v>
                </c:pt>
                <c:pt idx="2100">
                  <c:v>71698.58946425481</c:v>
                </c:pt>
                <c:pt idx="2101">
                  <c:v>71698.58946425481</c:v>
                </c:pt>
                <c:pt idx="2102">
                  <c:v>71698.58946425481</c:v>
                </c:pt>
                <c:pt idx="2103">
                  <c:v>71797.39648546309</c:v>
                </c:pt>
                <c:pt idx="2104">
                  <c:v>71887.16910079464</c:v>
                </c:pt>
                <c:pt idx="2105">
                  <c:v>71988.77552517812</c:v>
                </c:pt>
                <c:pt idx="2106">
                  <c:v>72086.31724473942</c:v>
                </c:pt>
                <c:pt idx="2107">
                  <c:v>72183.85896430071</c:v>
                </c:pt>
                <c:pt idx="2108">
                  <c:v>72273.63157963226</c:v>
                </c:pt>
                <c:pt idx="2109">
                  <c:v>72273.63157963226</c:v>
                </c:pt>
                <c:pt idx="2110">
                  <c:v>72273.63157963226</c:v>
                </c:pt>
                <c:pt idx="2111">
                  <c:v>72273.63157963226</c:v>
                </c:pt>
                <c:pt idx="2112">
                  <c:v>72383.56396647265</c:v>
                </c:pt>
                <c:pt idx="2113">
                  <c:v>72383.56396647265</c:v>
                </c:pt>
                <c:pt idx="2114">
                  <c:v>72383.56396647265</c:v>
                </c:pt>
                <c:pt idx="2115">
                  <c:v>72479.06376026793</c:v>
                </c:pt>
                <c:pt idx="2116">
                  <c:v>72479.06376026793</c:v>
                </c:pt>
                <c:pt idx="2117">
                  <c:v>72479.06376026793</c:v>
                </c:pt>
                <c:pt idx="2118">
                  <c:v>72598.1378910437</c:v>
                </c:pt>
                <c:pt idx="2119">
                  <c:v>72598.1378910437</c:v>
                </c:pt>
                <c:pt idx="2120">
                  <c:v>72598.1378910437</c:v>
                </c:pt>
                <c:pt idx="2121">
                  <c:v>72598.1378910437</c:v>
                </c:pt>
                <c:pt idx="2122">
                  <c:v>72707.4767288929</c:v>
                </c:pt>
                <c:pt idx="2123">
                  <c:v>72707.4767288929</c:v>
                </c:pt>
                <c:pt idx="2124">
                  <c:v>72707.4767288929</c:v>
                </c:pt>
                <c:pt idx="2125">
                  <c:v>72707.4767288929</c:v>
                </c:pt>
                <c:pt idx="2126">
                  <c:v>72707.4767288929</c:v>
                </c:pt>
                <c:pt idx="2127">
                  <c:v>72707.4767288929</c:v>
                </c:pt>
                <c:pt idx="2128">
                  <c:v>72707.4767288929</c:v>
                </c:pt>
                <c:pt idx="2129">
                  <c:v>72707.4767288929</c:v>
                </c:pt>
                <c:pt idx="2130">
                  <c:v>72800.74154253645</c:v>
                </c:pt>
                <c:pt idx="2131">
                  <c:v>72920.72605542588</c:v>
                </c:pt>
                <c:pt idx="2132">
                  <c:v>72920.72605542588</c:v>
                </c:pt>
                <c:pt idx="2133">
                  <c:v>72920.72605542588</c:v>
                </c:pt>
                <c:pt idx="2134">
                  <c:v>72920.72605542588</c:v>
                </c:pt>
                <c:pt idx="2135">
                  <c:v>72920.72605542588</c:v>
                </c:pt>
                <c:pt idx="2136">
                  <c:v>72920.72605542588</c:v>
                </c:pt>
                <c:pt idx="2137">
                  <c:v>72920.72605542588</c:v>
                </c:pt>
                <c:pt idx="2138">
                  <c:v>72920.72605542588</c:v>
                </c:pt>
                <c:pt idx="2139">
                  <c:v>72920.72605542588</c:v>
                </c:pt>
                <c:pt idx="2140">
                  <c:v>72920.72605542588</c:v>
                </c:pt>
                <c:pt idx="2141">
                  <c:v>72986.73958472734</c:v>
                </c:pt>
                <c:pt idx="2142">
                  <c:v>72986.73958472734</c:v>
                </c:pt>
                <c:pt idx="2143">
                  <c:v>73100.81977727248</c:v>
                </c:pt>
                <c:pt idx="2144">
                  <c:v>73100.81977727248</c:v>
                </c:pt>
                <c:pt idx="2145">
                  <c:v>73160.71772719081</c:v>
                </c:pt>
                <c:pt idx="2146">
                  <c:v>73160.71772719081</c:v>
                </c:pt>
                <c:pt idx="2147">
                  <c:v>73216.79470512916</c:v>
                </c:pt>
                <c:pt idx="2148">
                  <c:v>73216.79470512916</c:v>
                </c:pt>
                <c:pt idx="2149">
                  <c:v>73321.48822909188</c:v>
                </c:pt>
                <c:pt idx="2150">
                  <c:v>73321.48822909188</c:v>
                </c:pt>
                <c:pt idx="2151">
                  <c:v>73450.95184239474</c:v>
                </c:pt>
                <c:pt idx="2152">
                  <c:v>73553.00173808813</c:v>
                </c:pt>
                <c:pt idx="2153">
                  <c:v>73658.90158085959</c:v>
                </c:pt>
                <c:pt idx="2154">
                  <c:v>73658.90158085959</c:v>
                </c:pt>
                <c:pt idx="2155">
                  <c:v>73658.90158085959</c:v>
                </c:pt>
                <c:pt idx="2156">
                  <c:v>73658.90158085959</c:v>
                </c:pt>
                <c:pt idx="2157">
                  <c:v>73658.90158085959</c:v>
                </c:pt>
                <c:pt idx="2158">
                  <c:v>73658.90158085959</c:v>
                </c:pt>
                <c:pt idx="2159">
                  <c:v>73753.70236937229</c:v>
                </c:pt>
                <c:pt idx="2160">
                  <c:v>73753.70236937229</c:v>
                </c:pt>
                <c:pt idx="2161">
                  <c:v>73753.70236937229</c:v>
                </c:pt>
                <c:pt idx="2162">
                  <c:v>73753.70236937229</c:v>
                </c:pt>
                <c:pt idx="2163">
                  <c:v>73753.70236937229</c:v>
                </c:pt>
                <c:pt idx="2164">
                  <c:v>73753.70236937229</c:v>
                </c:pt>
                <c:pt idx="2165">
                  <c:v>73900.67222123116</c:v>
                </c:pt>
                <c:pt idx="2166">
                  <c:v>73900.67222123116</c:v>
                </c:pt>
                <c:pt idx="2167">
                  <c:v>74014.32862049277</c:v>
                </c:pt>
                <c:pt idx="2168">
                  <c:v>74014.32862049277</c:v>
                </c:pt>
                <c:pt idx="2169">
                  <c:v>74014.32862049277</c:v>
                </c:pt>
                <c:pt idx="2170">
                  <c:v>74111.62000873181</c:v>
                </c:pt>
                <c:pt idx="2171">
                  <c:v>74111.62000873181</c:v>
                </c:pt>
                <c:pt idx="2172">
                  <c:v>74222.78537621598</c:v>
                </c:pt>
                <c:pt idx="2173">
                  <c:v>74327.9591898552</c:v>
                </c:pt>
                <c:pt idx="2174">
                  <c:v>74327.9591898552</c:v>
                </c:pt>
                <c:pt idx="2175">
                  <c:v>74327.9591898552</c:v>
                </c:pt>
                <c:pt idx="2176">
                  <c:v>74428.62319438328</c:v>
                </c:pt>
                <c:pt idx="2177">
                  <c:v>74428.62319438328</c:v>
                </c:pt>
                <c:pt idx="2178">
                  <c:v>74428.62319438328</c:v>
                </c:pt>
                <c:pt idx="2179">
                  <c:v>74502.20206284159</c:v>
                </c:pt>
                <c:pt idx="2180">
                  <c:v>74502.20206284159</c:v>
                </c:pt>
                <c:pt idx="2181">
                  <c:v>74599.38919785421</c:v>
                </c:pt>
                <c:pt idx="2182">
                  <c:v>74599.38919785421</c:v>
                </c:pt>
                <c:pt idx="2183">
                  <c:v>74698.01358783439</c:v>
                </c:pt>
                <c:pt idx="2184">
                  <c:v>74698.01358783439</c:v>
                </c:pt>
                <c:pt idx="2185">
                  <c:v>74698.01358783439</c:v>
                </c:pt>
                <c:pt idx="2186">
                  <c:v>74698.01358783439</c:v>
                </c:pt>
                <c:pt idx="2187">
                  <c:v>74793.97587239098</c:v>
                </c:pt>
                <c:pt idx="2188">
                  <c:v>74927.67936325287</c:v>
                </c:pt>
                <c:pt idx="2189">
                  <c:v>75022.40097311734</c:v>
                </c:pt>
                <c:pt idx="2190">
                  <c:v>75022.40097311734</c:v>
                </c:pt>
                <c:pt idx="2191">
                  <c:v>75095.97984157565</c:v>
                </c:pt>
                <c:pt idx="2192">
                  <c:v>75190.70145144012</c:v>
                </c:pt>
                <c:pt idx="2193">
                  <c:v>75319.54177171303</c:v>
                </c:pt>
                <c:pt idx="2194">
                  <c:v>75409.72223512536</c:v>
                </c:pt>
                <c:pt idx="2195">
                  <c:v>75409.72223512536</c:v>
                </c:pt>
                <c:pt idx="2196">
                  <c:v>75409.72223512536</c:v>
                </c:pt>
                <c:pt idx="2197">
                  <c:v>75409.72223512536</c:v>
                </c:pt>
                <c:pt idx="2198">
                  <c:v>75535.55634020656</c:v>
                </c:pt>
                <c:pt idx="2199">
                  <c:v>75535.55634020656</c:v>
                </c:pt>
                <c:pt idx="2200">
                  <c:v>75633.92854963506</c:v>
                </c:pt>
                <c:pt idx="2201">
                  <c:v>75633.92854963506</c:v>
                </c:pt>
                <c:pt idx="2202">
                  <c:v>75633.92854963506</c:v>
                </c:pt>
                <c:pt idx="2203">
                  <c:v>75758.0111906382</c:v>
                </c:pt>
                <c:pt idx="2204">
                  <c:v>75758.0111906382</c:v>
                </c:pt>
                <c:pt idx="2205">
                  <c:v>75758.0111906382</c:v>
                </c:pt>
                <c:pt idx="2206">
                  <c:v>75821.48822028017</c:v>
                </c:pt>
                <c:pt idx="2207">
                  <c:v>75821.48822028017</c:v>
                </c:pt>
                <c:pt idx="2208">
                  <c:v>75821.48822028017</c:v>
                </c:pt>
                <c:pt idx="2209">
                  <c:v>75821.48822028017</c:v>
                </c:pt>
                <c:pt idx="2210">
                  <c:v>75821.48822028017</c:v>
                </c:pt>
                <c:pt idx="2211">
                  <c:v>75896.47619496899</c:v>
                </c:pt>
                <c:pt idx="2212">
                  <c:v>75896.47619496899</c:v>
                </c:pt>
                <c:pt idx="2213">
                  <c:v>75896.47619496899</c:v>
                </c:pt>
                <c:pt idx="2214">
                  <c:v>75994.82827810297</c:v>
                </c:pt>
                <c:pt idx="2215">
                  <c:v>76093.18036123695</c:v>
                </c:pt>
                <c:pt idx="2216">
                  <c:v>76188.06510163767</c:v>
                </c:pt>
                <c:pt idx="2217">
                  <c:v>76188.06510163767</c:v>
                </c:pt>
                <c:pt idx="2218">
                  <c:v>76188.06510163767</c:v>
                </c:pt>
                <c:pt idx="2219">
                  <c:v>76283.60301166667</c:v>
                </c:pt>
                <c:pt idx="2220">
                  <c:v>76375.14174037166</c:v>
                </c:pt>
                <c:pt idx="2221">
                  <c:v>76375.14174037166</c:v>
                </c:pt>
                <c:pt idx="2222">
                  <c:v>76473.63789365628</c:v>
                </c:pt>
                <c:pt idx="2223">
                  <c:v>76570.4558124106</c:v>
                </c:pt>
                <c:pt idx="2224">
                  <c:v>76570.4558124106</c:v>
                </c:pt>
                <c:pt idx="2225">
                  <c:v>76667.63910027254</c:v>
                </c:pt>
                <c:pt idx="2226">
                  <c:v>76756.08609275626</c:v>
                </c:pt>
                <c:pt idx="2227">
                  <c:v>76756.08609275626</c:v>
                </c:pt>
                <c:pt idx="2228">
                  <c:v>76845.74213426225</c:v>
                </c:pt>
                <c:pt idx="2229">
                  <c:v>76950.38172508472</c:v>
                </c:pt>
                <c:pt idx="2230">
                  <c:v>77047.56501294667</c:v>
                </c:pt>
                <c:pt idx="2231">
                  <c:v>77134.23935469904</c:v>
                </c:pt>
                <c:pt idx="2232">
                  <c:v>77232.08443026872</c:v>
                </c:pt>
                <c:pt idx="2233">
                  <c:v>77323.37228536763</c:v>
                </c:pt>
                <c:pt idx="2234">
                  <c:v>77439.19391160611</c:v>
                </c:pt>
                <c:pt idx="2235">
                  <c:v>77552.93868507624</c:v>
                </c:pt>
                <c:pt idx="2236">
                  <c:v>77552.93868507624</c:v>
                </c:pt>
                <c:pt idx="2237">
                  <c:v>77650.23185240672</c:v>
                </c:pt>
                <c:pt idx="2238">
                  <c:v>77738.69357815967</c:v>
                </c:pt>
                <c:pt idx="2239">
                  <c:v>77738.69357815967</c:v>
                </c:pt>
                <c:pt idx="2240">
                  <c:v>77738.69357815967</c:v>
                </c:pt>
                <c:pt idx="2241">
                  <c:v>77738.69357815967</c:v>
                </c:pt>
                <c:pt idx="2242">
                  <c:v>77836.5604879719</c:v>
                </c:pt>
                <c:pt idx="2243">
                  <c:v>77927.84834307081</c:v>
                </c:pt>
                <c:pt idx="2244">
                  <c:v>77927.84834307081</c:v>
                </c:pt>
                <c:pt idx="2245">
                  <c:v>78011.73852405392</c:v>
                </c:pt>
                <c:pt idx="2246">
                  <c:v>78127.5601502924</c:v>
                </c:pt>
                <c:pt idx="2247">
                  <c:v>78237.92915792027</c:v>
                </c:pt>
                <c:pt idx="2248">
                  <c:v>78348.29816554814</c:v>
                </c:pt>
                <c:pt idx="2249">
                  <c:v>78348.29816554814</c:v>
                </c:pt>
                <c:pt idx="2250">
                  <c:v>78348.29816554814</c:v>
                </c:pt>
                <c:pt idx="2251">
                  <c:v>78348.29816554814</c:v>
                </c:pt>
                <c:pt idx="2252">
                  <c:v>78348.29816554814</c:v>
                </c:pt>
                <c:pt idx="2253">
                  <c:v>78348.29816554814</c:v>
                </c:pt>
                <c:pt idx="2254">
                  <c:v>78348.29816554814</c:v>
                </c:pt>
                <c:pt idx="2255">
                  <c:v>78348.29816554814</c:v>
                </c:pt>
                <c:pt idx="2256">
                  <c:v>78348.29816554814</c:v>
                </c:pt>
                <c:pt idx="2257">
                  <c:v>78348.29816554814</c:v>
                </c:pt>
                <c:pt idx="2258">
                  <c:v>78348.29816554814</c:v>
                </c:pt>
                <c:pt idx="2259">
                  <c:v>78348.29816554814</c:v>
                </c:pt>
                <c:pt idx="2260">
                  <c:v>78348.29816554814</c:v>
                </c:pt>
                <c:pt idx="2261">
                  <c:v>78348.29816554814</c:v>
                </c:pt>
                <c:pt idx="2262">
                  <c:v>78452.32973781328</c:v>
                </c:pt>
                <c:pt idx="2263">
                  <c:v>78452.32973781328</c:v>
                </c:pt>
                <c:pt idx="2264">
                  <c:v>78452.32973781328</c:v>
                </c:pt>
                <c:pt idx="2265">
                  <c:v>78534.05658436115</c:v>
                </c:pt>
                <c:pt idx="2266">
                  <c:v>78628.56172271386</c:v>
                </c:pt>
                <c:pt idx="2267">
                  <c:v>78731.88540200143</c:v>
                </c:pt>
                <c:pt idx="2268">
                  <c:v>78811.58932644167</c:v>
                </c:pt>
                <c:pt idx="2269">
                  <c:v>78811.58932644167</c:v>
                </c:pt>
                <c:pt idx="2270">
                  <c:v>78904.465244877</c:v>
                </c:pt>
                <c:pt idx="2271">
                  <c:v>78904.465244877</c:v>
                </c:pt>
                <c:pt idx="2272">
                  <c:v>78999.04824522922</c:v>
                </c:pt>
                <c:pt idx="2273">
                  <c:v>78999.04824522922</c:v>
                </c:pt>
                <c:pt idx="2274">
                  <c:v>79078.93474411166</c:v>
                </c:pt>
                <c:pt idx="2275">
                  <c:v>79078.93474411166</c:v>
                </c:pt>
                <c:pt idx="2276">
                  <c:v>79182.23309538577</c:v>
                </c:pt>
                <c:pt idx="2277">
                  <c:v>79289.73572053412</c:v>
                </c:pt>
                <c:pt idx="2278">
                  <c:v>79346.60507339665</c:v>
                </c:pt>
                <c:pt idx="2279">
                  <c:v>79346.60507339665</c:v>
                </c:pt>
                <c:pt idx="2280">
                  <c:v>79434.03737038547</c:v>
                </c:pt>
                <c:pt idx="2281">
                  <c:v>79434.03737038547</c:v>
                </c:pt>
                <c:pt idx="2282">
                  <c:v>79434.03737038547</c:v>
                </c:pt>
                <c:pt idx="2283">
                  <c:v>79513.98450496301</c:v>
                </c:pt>
                <c:pt idx="2284">
                  <c:v>79513.98450496301</c:v>
                </c:pt>
                <c:pt idx="2285">
                  <c:v>79614.92631329855</c:v>
                </c:pt>
                <c:pt idx="2286">
                  <c:v>79614.92631329855</c:v>
                </c:pt>
                <c:pt idx="2287">
                  <c:v>79614.92631329855</c:v>
                </c:pt>
                <c:pt idx="2288">
                  <c:v>79614.92631329855</c:v>
                </c:pt>
                <c:pt idx="2289">
                  <c:v>79614.92631329855</c:v>
                </c:pt>
                <c:pt idx="2290">
                  <c:v>79614.92631329855</c:v>
                </c:pt>
                <c:pt idx="2291">
                  <c:v>79706.69236184002</c:v>
                </c:pt>
                <c:pt idx="2292">
                  <c:v>79706.69236184002</c:v>
                </c:pt>
                <c:pt idx="2293">
                  <c:v>79813.84229158433</c:v>
                </c:pt>
                <c:pt idx="2294">
                  <c:v>79813.84229158433</c:v>
                </c:pt>
                <c:pt idx="2295">
                  <c:v>79903.11969742812</c:v>
                </c:pt>
                <c:pt idx="2296">
                  <c:v>79903.11969742812</c:v>
                </c:pt>
                <c:pt idx="2297">
                  <c:v>79994.2647119997</c:v>
                </c:pt>
                <c:pt idx="2298">
                  <c:v>79994.2647119997</c:v>
                </c:pt>
                <c:pt idx="2299">
                  <c:v>80113.56262244795</c:v>
                </c:pt>
                <c:pt idx="2300">
                  <c:v>80113.56262244795</c:v>
                </c:pt>
                <c:pt idx="2301">
                  <c:v>80113.56262244795</c:v>
                </c:pt>
                <c:pt idx="2302">
                  <c:v>80113.56262244795</c:v>
                </c:pt>
                <c:pt idx="2303">
                  <c:v>80113.56262244795</c:v>
                </c:pt>
                <c:pt idx="2304">
                  <c:v>80113.56262244795</c:v>
                </c:pt>
                <c:pt idx="2305">
                  <c:v>80113.56262244795</c:v>
                </c:pt>
                <c:pt idx="2306">
                  <c:v>80113.56262244795</c:v>
                </c:pt>
                <c:pt idx="2307">
                  <c:v>80113.56262244795</c:v>
                </c:pt>
                <c:pt idx="2308">
                  <c:v>80113.56262244795</c:v>
                </c:pt>
                <c:pt idx="2309">
                  <c:v>80113.56262244795</c:v>
                </c:pt>
                <c:pt idx="2310">
                  <c:v>80113.56262244795</c:v>
                </c:pt>
                <c:pt idx="2311">
                  <c:v>80223.43646871022</c:v>
                </c:pt>
                <c:pt idx="2312">
                  <c:v>80223.43646871022</c:v>
                </c:pt>
                <c:pt idx="2313">
                  <c:v>80223.43646871022</c:v>
                </c:pt>
                <c:pt idx="2314">
                  <c:v>80223.43646871022</c:v>
                </c:pt>
                <c:pt idx="2315">
                  <c:v>80283.9716649589</c:v>
                </c:pt>
                <c:pt idx="2316">
                  <c:v>80283.9716649589</c:v>
                </c:pt>
                <c:pt idx="2317">
                  <c:v>80283.9716649589</c:v>
                </c:pt>
                <c:pt idx="2318">
                  <c:v>80283.9716649589</c:v>
                </c:pt>
                <c:pt idx="2319">
                  <c:v>80393.48839980277</c:v>
                </c:pt>
                <c:pt idx="2320">
                  <c:v>80393.48839980277</c:v>
                </c:pt>
                <c:pt idx="2321">
                  <c:v>80465.0267651575</c:v>
                </c:pt>
                <c:pt idx="2322">
                  <c:v>80465.0267651575</c:v>
                </c:pt>
                <c:pt idx="2323">
                  <c:v>80465.0267651575</c:v>
                </c:pt>
                <c:pt idx="2324">
                  <c:v>80465.0267651575</c:v>
                </c:pt>
                <c:pt idx="2325">
                  <c:v>80465.0267651575</c:v>
                </c:pt>
                <c:pt idx="2326">
                  <c:v>80465.0267651575</c:v>
                </c:pt>
                <c:pt idx="2327">
                  <c:v>80465.0267651575</c:v>
                </c:pt>
                <c:pt idx="2328">
                  <c:v>80465.0267651575</c:v>
                </c:pt>
                <c:pt idx="2329">
                  <c:v>80584.89658208363</c:v>
                </c:pt>
                <c:pt idx="2330">
                  <c:v>80584.89658208363</c:v>
                </c:pt>
                <c:pt idx="2331">
                  <c:v>80584.89658208363</c:v>
                </c:pt>
                <c:pt idx="2332">
                  <c:v>80584.89658208363</c:v>
                </c:pt>
                <c:pt idx="2333">
                  <c:v>80584.89658208363</c:v>
                </c:pt>
                <c:pt idx="2334">
                  <c:v>80584.89658208363</c:v>
                </c:pt>
                <c:pt idx="2335">
                  <c:v>80584.89658208363</c:v>
                </c:pt>
                <c:pt idx="2336">
                  <c:v>80703.27967611469</c:v>
                </c:pt>
                <c:pt idx="2337">
                  <c:v>80703.27967611469</c:v>
                </c:pt>
                <c:pt idx="2338">
                  <c:v>80703.27967611469</c:v>
                </c:pt>
                <c:pt idx="2339">
                  <c:v>80821.66277014575</c:v>
                </c:pt>
                <c:pt idx="2340">
                  <c:v>80915.25580789772</c:v>
                </c:pt>
                <c:pt idx="2341">
                  <c:v>81021.83524656892</c:v>
                </c:pt>
                <c:pt idx="2342">
                  <c:v>81021.83524656892</c:v>
                </c:pt>
                <c:pt idx="2343">
                  <c:v>81021.83524656892</c:v>
                </c:pt>
                <c:pt idx="2344">
                  <c:v>81021.83524656892</c:v>
                </c:pt>
                <c:pt idx="2345">
                  <c:v>81106.76353842457</c:v>
                </c:pt>
                <c:pt idx="2346">
                  <c:v>81225.14663245562</c:v>
                </c:pt>
                <c:pt idx="2347">
                  <c:v>81310.07492431127</c:v>
                </c:pt>
                <c:pt idx="2348">
                  <c:v>81310.07492431127</c:v>
                </c:pt>
                <c:pt idx="2349">
                  <c:v>81310.07492431127</c:v>
                </c:pt>
                <c:pt idx="2350">
                  <c:v>81310.07492431127</c:v>
                </c:pt>
                <c:pt idx="2351">
                  <c:v>81310.07492431127</c:v>
                </c:pt>
                <c:pt idx="2352">
                  <c:v>81310.07492431127</c:v>
                </c:pt>
                <c:pt idx="2353">
                  <c:v>81416.65436298247</c:v>
                </c:pt>
                <c:pt idx="2354">
                  <c:v>81416.65436298247</c:v>
                </c:pt>
                <c:pt idx="2355">
                  <c:v>81416.65436298247</c:v>
                </c:pt>
                <c:pt idx="2356">
                  <c:v>81416.65436298247</c:v>
                </c:pt>
                <c:pt idx="2357">
                  <c:v>81416.65436298247</c:v>
                </c:pt>
                <c:pt idx="2358">
                  <c:v>81416.65436298247</c:v>
                </c:pt>
                <c:pt idx="2359">
                  <c:v>81485.19239254962</c:v>
                </c:pt>
                <c:pt idx="2360">
                  <c:v>81485.19239254962</c:v>
                </c:pt>
                <c:pt idx="2361">
                  <c:v>81485.19239254962</c:v>
                </c:pt>
                <c:pt idx="2362">
                  <c:v>81570.12068440526</c:v>
                </c:pt>
                <c:pt idx="2363">
                  <c:v>81570.12068440526</c:v>
                </c:pt>
                <c:pt idx="2364">
                  <c:v>81570.12068440526</c:v>
                </c:pt>
                <c:pt idx="2365">
                  <c:v>81570.12068440526</c:v>
                </c:pt>
                <c:pt idx="2366">
                  <c:v>81570.12068440526</c:v>
                </c:pt>
                <c:pt idx="2367">
                  <c:v>81570.12068440526</c:v>
                </c:pt>
                <c:pt idx="2368">
                  <c:v>81570.12068440526</c:v>
                </c:pt>
                <c:pt idx="2369">
                  <c:v>81716.71198919408</c:v>
                </c:pt>
                <c:pt idx="2370">
                  <c:v>81716.71198919408</c:v>
                </c:pt>
                <c:pt idx="2371">
                  <c:v>81716.71198919408</c:v>
                </c:pt>
                <c:pt idx="2372">
                  <c:v>81716.71198919408</c:v>
                </c:pt>
                <c:pt idx="2373">
                  <c:v>81716.71198919408</c:v>
                </c:pt>
                <c:pt idx="2374">
                  <c:v>81716.71198919408</c:v>
                </c:pt>
                <c:pt idx="2375">
                  <c:v>81820.151963552</c:v>
                </c:pt>
                <c:pt idx="2376">
                  <c:v>81820.151963552</c:v>
                </c:pt>
                <c:pt idx="2377">
                  <c:v>81919.83965193303</c:v>
                </c:pt>
                <c:pt idx="2378">
                  <c:v>82031.63963924754</c:v>
                </c:pt>
                <c:pt idx="2379">
                  <c:v>82031.63963924754</c:v>
                </c:pt>
                <c:pt idx="2380">
                  <c:v>82031.63963924754</c:v>
                </c:pt>
                <c:pt idx="2381">
                  <c:v>82031.63963924754</c:v>
                </c:pt>
                <c:pt idx="2382">
                  <c:v>82132.99670536692</c:v>
                </c:pt>
                <c:pt idx="2383">
                  <c:v>82194.47782572919</c:v>
                </c:pt>
                <c:pt idx="2384">
                  <c:v>82194.47782572919</c:v>
                </c:pt>
                <c:pt idx="2385">
                  <c:v>82194.47782572919</c:v>
                </c:pt>
                <c:pt idx="2386">
                  <c:v>82285.18241626094</c:v>
                </c:pt>
                <c:pt idx="2387">
                  <c:v>82285.18241626094</c:v>
                </c:pt>
                <c:pt idx="2388">
                  <c:v>82285.18241626094</c:v>
                </c:pt>
                <c:pt idx="2389">
                  <c:v>82285.18241626094</c:v>
                </c:pt>
                <c:pt idx="2390">
                  <c:v>82285.18241626094</c:v>
                </c:pt>
                <c:pt idx="2391">
                  <c:v>82386.34804740427</c:v>
                </c:pt>
                <c:pt idx="2392">
                  <c:v>82386.34804740427</c:v>
                </c:pt>
                <c:pt idx="2393">
                  <c:v>82472.61616627408</c:v>
                </c:pt>
                <c:pt idx="2394">
                  <c:v>82472.61616627408</c:v>
                </c:pt>
                <c:pt idx="2395">
                  <c:v>82567.27960769356</c:v>
                </c:pt>
                <c:pt idx="2396">
                  <c:v>82567.27960769356</c:v>
                </c:pt>
                <c:pt idx="2397">
                  <c:v>82567.27960769356</c:v>
                </c:pt>
                <c:pt idx="2398">
                  <c:v>82668.430756832</c:v>
                </c:pt>
                <c:pt idx="2399">
                  <c:v>82668.430756832</c:v>
                </c:pt>
                <c:pt idx="2400">
                  <c:v>82761.48250672428</c:v>
                </c:pt>
                <c:pt idx="2401">
                  <c:v>82822.93489187135</c:v>
                </c:pt>
                <c:pt idx="2402">
                  <c:v>82822.93489187135</c:v>
                </c:pt>
                <c:pt idx="2403">
                  <c:v>82924.14577270403</c:v>
                </c:pt>
                <c:pt idx="2404">
                  <c:v>82924.14577270403</c:v>
                </c:pt>
                <c:pt idx="2405">
                  <c:v>82924.14577270403</c:v>
                </c:pt>
                <c:pt idx="2406">
                  <c:v>83021.49706439715</c:v>
                </c:pt>
                <c:pt idx="2407">
                  <c:v>83021.49706439715</c:v>
                </c:pt>
                <c:pt idx="2408">
                  <c:v>83021.49706439715</c:v>
                </c:pt>
                <c:pt idx="2409">
                  <c:v>83125.56388100545</c:v>
                </c:pt>
                <c:pt idx="2410">
                  <c:v>83125.56388100545</c:v>
                </c:pt>
                <c:pt idx="2411">
                  <c:v>83227.74054212974</c:v>
                </c:pt>
                <c:pt idx="2412">
                  <c:v>83260.3179911012</c:v>
                </c:pt>
                <c:pt idx="2413">
                  <c:v>83260.3179911012</c:v>
                </c:pt>
                <c:pt idx="2414">
                  <c:v>83260.3179911012</c:v>
                </c:pt>
                <c:pt idx="2415">
                  <c:v>83361.38267994412</c:v>
                </c:pt>
                <c:pt idx="2416">
                  <c:v>83482.56003073194</c:v>
                </c:pt>
                <c:pt idx="2417">
                  <c:v>83570.45497926179</c:v>
                </c:pt>
                <c:pt idx="2418">
                  <c:v>83570.45497926179</c:v>
                </c:pt>
                <c:pt idx="2419">
                  <c:v>83570.45497926179</c:v>
                </c:pt>
                <c:pt idx="2420">
                  <c:v>83658.4004200382</c:v>
                </c:pt>
                <c:pt idx="2421">
                  <c:v>83742.37251392915</c:v>
                </c:pt>
                <c:pt idx="2422">
                  <c:v>83849.26650019138</c:v>
                </c:pt>
                <c:pt idx="2423">
                  <c:v>83849.26650019138</c:v>
                </c:pt>
                <c:pt idx="2424">
                  <c:v>83933.40521692001</c:v>
                </c:pt>
                <c:pt idx="2425">
                  <c:v>84032.0788327559</c:v>
                </c:pt>
                <c:pt idx="2426">
                  <c:v>84105.78144857791</c:v>
                </c:pt>
                <c:pt idx="2427">
                  <c:v>84202.18586061505</c:v>
                </c:pt>
                <c:pt idx="2428">
                  <c:v>84262.75170989783</c:v>
                </c:pt>
                <c:pt idx="2429">
                  <c:v>84262.75170989783</c:v>
                </c:pt>
                <c:pt idx="2430">
                  <c:v>84346.77871052954</c:v>
                </c:pt>
                <c:pt idx="2431">
                  <c:v>84346.77871052954</c:v>
                </c:pt>
                <c:pt idx="2432">
                  <c:v>84430.15818424986</c:v>
                </c:pt>
                <c:pt idx="2433">
                  <c:v>84514.26183012783</c:v>
                </c:pt>
                <c:pt idx="2434">
                  <c:v>84514.26183012783</c:v>
                </c:pt>
                <c:pt idx="2435">
                  <c:v>84595.76106204139</c:v>
                </c:pt>
                <c:pt idx="2436">
                  <c:v>84595.76106204139</c:v>
                </c:pt>
                <c:pt idx="2437">
                  <c:v>84683.59229379112</c:v>
                </c:pt>
                <c:pt idx="2438">
                  <c:v>84784.46773728359</c:v>
                </c:pt>
                <c:pt idx="2439">
                  <c:v>84876.90836190684</c:v>
                </c:pt>
                <c:pt idx="2440">
                  <c:v>84876.90836190684</c:v>
                </c:pt>
                <c:pt idx="2441">
                  <c:v>84876.90836190684</c:v>
                </c:pt>
                <c:pt idx="2442">
                  <c:v>84876.90836190684</c:v>
                </c:pt>
                <c:pt idx="2443">
                  <c:v>84876.90836190684</c:v>
                </c:pt>
                <c:pt idx="2444">
                  <c:v>84876.90836190684</c:v>
                </c:pt>
                <c:pt idx="2445">
                  <c:v>84970.67829412055</c:v>
                </c:pt>
                <c:pt idx="2446">
                  <c:v>84970.67829412055</c:v>
                </c:pt>
                <c:pt idx="2447">
                  <c:v>84970.67829412055</c:v>
                </c:pt>
                <c:pt idx="2448">
                  <c:v>84970.67829412055</c:v>
                </c:pt>
                <c:pt idx="2449">
                  <c:v>85072.78131005703</c:v>
                </c:pt>
                <c:pt idx="2450">
                  <c:v>85188.11900704421</c:v>
                </c:pt>
                <c:pt idx="2451">
                  <c:v>85188.11900704421</c:v>
                </c:pt>
                <c:pt idx="2452">
                  <c:v>85269.91996776234</c:v>
                </c:pt>
                <c:pt idx="2453">
                  <c:v>85368.95511762805</c:v>
                </c:pt>
                <c:pt idx="2454">
                  <c:v>85474.89923653328</c:v>
                </c:pt>
                <c:pt idx="2455">
                  <c:v>85572.61934129625</c:v>
                </c:pt>
                <c:pt idx="2456">
                  <c:v>85690.68055628691</c:v>
                </c:pt>
                <c:pt idx="2457">
                  <c:v>85778.49390195131</c:v>
                </c:pt>
                <c:pt idx="2458">
                  <c:v>85778.49390195131</c:v>
                </c:pt>
                <c:pt idx="2459">
                  <c:v>85778.49390195131</c:v>
                </c:pt>
                <c:pt idx="2460">
                  <c:v>85887.46201728523</c:v>
                </c:pt>
                <c:pt idx="2461">
                  <c:v>85887.46201728523</c:v>
                </c:pt>
                <c:pt idx="2462">
                  <c:v>85887.46201728523</c:v>
                </c:pt>
                <c:pt idx="2463">
                  <c:v>85887.46201728523</c:v>
                </c:pt>
                <c:pt idx="2464">
                  <c:v>85887.46201728523</c:v>
                </c:pt>
                <c:pt idx="2465">
                  <c:v>85887.46201728523</c:v>
                </c:pt>
                <c:pt idx="2466">
                  <c:v>85887.46201728523</c:v>
                </c:pt>
                <c:pt idx="2467">
                  <c:v>85887.46201728523</c:v>
                </c:pt>
                <c:pt idx="2468">
                  <c:v>85887.46201728523</c:v>
                </c:pt>
                <c:pt idx="2469">
                  <c:v>85887.46201728523</c:v>
                </c:pt>
                <c:pt idx="2470">
                  <c:v>85887.46201728523</c:v>
                </c:pt>
                <c:pt idx="2471">
                  <c:v>85887.46201728523</c:v>
                </c:pt>
                <c:pt idx="2472">
                  <c:v>85887.46201728523</c:v>
                </c:pt>
                <c:pt idx="2473">
                  <c:v>85985.63088886767</c:v>
                </c:pt>
                <c:pt idx="2474">
                  <c:v>85985.63088886767</c:v>
                </c:pt>
                <c:pt idx="2475">
                  <c:v>86083.07989973876</c:v>
                </c:pt>
                <c:pt idx="2476">
                  <c:v>86083.07989973876</c:v>
                </c:pt>
                <c:pt idx="2477">
                  <c:v>86083.07989973876</c:v>
                </c:pt>
                <c:pt idx="2478">
                  <c:v>86152.5229437144</c:v>
                </c:pt>
                <c:pt idx="2479">
                  <c:v>86262.85082268134</c:v>
                </c:pt>
                <c:pt idx="2480">
                  <c:v>86262.85082268134</c:v>
                </c:pt>
                <c:pt idx="2481">
                  <c:v>86363.48042100285</c:v>
                </c:pt>
                <c:pt idx="2482">
                  <c:v>86363.48042100285</c:v>
                </c:pt>
                <c:pt idx="2483">
                  <c:v>86363.48042100285</c:v>
                </c:pt>
                <c:pt idx="2484">
                  <c:v>86465.73275982714</c:v>
                </c:pt>
                <c:pt idx="2485">
                  <c:v>86465.73275982714</c:v>
                </c:pt>
                <c:pt idx="2486">
                  <c:v>86570.22152832021</c:v>
                </c:pt>
                <c:pt idx="2487">
                  <c:v>86674.4547552537</c:v>
                </c:pt>
                <c:pt idx="2488">
                  <c:v>86674.4547552537</c:v>
                </c:pt>
                <c:pt idx="2489">
                  <c:v>86770.87403762332</c:v>
                </c:pt>
                <c:pt idx="2490">
                  <c:v>86770.87403762332</c:v>
                </c:pt>
                <c:pt idx="2491">
                  <c:v>86873.8451293597</c:v>
                </c:pt>
                <c:pt idx="2492">
                  <c:v>86873.8451293597</c:v>
                </c:pt>
                <c:pt idx="2493">
                  <c:v>86873.8451293597</c:v>
                </c:pt>
                <c:pt idx="2494">
                  <c:v>86873.8451293597</c:v>
                </c:pt>
                <c:pt idx="2495">
                  <c:v>86873.8451293597</c:v>
                </c:pt>
                <c:pt idx="2496">
                  <c:v>86873.8451293597</c:v>
                </c:pt>
                <c:pt idx="2497">
                  <c:v>86873.8451293597</c:v>
                </c:pt>
                <c:pt idx="2498">
                  <c:v>86873.8451293597</c:v>
                </c:pt>
                <c:pt idx="2499">
                  <c:v>86873.8451293597</c:v>
                </c:pt>
                <c:pt idx="2500">
                  <c:v>86873.8451293597</c:v>
                </c:pt>
                <c:pt idx="2501">
                  <c:v>86873.8451293597</c:v>
                </c:pt>
                <c:pt idx="2502">
                  <c:v>86873.8451293597</c:v>
                </c:pt>
                <c:pt idx="2503">
                  <c:v>86973.49677852135</c:v>
                </c:pt>
                <c:pt idx="2504">
                  <c:v>86973.49677852135</c:v>
                </c:pt>
                <c:pt idx="2505">
                  <c:v>87078.02844472481</c:v>
                </c:pt>
                <c:pt idx="2506">
                  <c:v>87176.50844739426</c:v>
                </c:pt>
                <c:pt idx="2507">
                  <c:v>87176.50844739426</c:v>
                </c:pt>
                <c:pt idx="2508">
                  <c:v>87176.50844739426</c:v>
                </c:pt>
                <c:pt idx="2509">
                  <c:v>87176.50844739426</c:v>
                </c:pt>
                <c:pt idx="2510">
                  <c:v>87276.95695794448</c:v>
                </c:pt>
                <c:pt idx="2511">
                  <c:v>87276.95695794448</c:v>
                </c:pt>
                <c:pt idx="2512">
                  <c:v>87374.50264749932</c:v>
                </c:pt>
                <c:pt idx="2513">
                  <c:v>87374.50264749932</c:v>
                </c:pt>
                <c:pt idx="2514">
                  <c:v>87374.50264749932</c:v>
                </c:pt>
                <c:pt idx="2515">
                  <c:v>87374.50264749932</c:v>
                </c:pt>
                <c:pt idx="2516">
                  <c:v>87374.50264749932</c:v>
                </c:pt>
                <c:pt idx="2517">
                  <c:v>87476.73563286822</c:v>
                </c:pt>
                <c:pt idx="2518">
                  <c:v>87580.65506718324</c:v>
                </c:pt>
                <c:pt idx="2519">
                  <c:v>87580.65506718324</c:v>
                </c:pt>
                <c:pt idx="2520">
                  <c:v>87580.65506718324</c:v>
                </c:pt>
                <c:pt idx="2521">
                  <c:v>87580.65506718324</c:v>
                </c:pt>
                <c:pt idx="2522">
                  <c:v>87580.65506718324</c:v>
                </c:pt>
                <c:pt idx="2523">
                  <c:v>87580.65506718324</c:v>
                </c:pt>
                <c:pt idx="2524">
                  <c:v>87678.09825722792</c:v>
                </c:pt>
                <c:pt idx="2525">
                  <c:v>87678.09825722792</c:v>
                </c:pt>
                <c:pt idx="2526">
                  <c:v>87678.09825722792</c:v>
                </c:pt>
                <c:pt idx="2527">
                  <c:v>87678.09825722792</c:v>
                </c:pt>
                <c:pt idx="2528">
                  <c:v>87678.09825722792</c:v>
                </c:pt>
                <c:pt idx="2529">
                  <c:v>87678.09825722792</c:v>
                </c:pt>
                <c:pt idx="2530">
                  <c:v>87678.09825722792</c:v>
                </c:pt>
                <c:pt idx="2531">
                  <c:v>87777.3712896802</c:v>
                </c:pt>
                <c:pt idx="2532">
                  <c:v>87777.3712896802</c:v>
                </c:pt>
                <c:pt idx="2533">
                  <c:v>87777.3712896802</c:v>
                </c:pt>
                <c:pt idx="2534">
                  <c:v>87777.3712896802</c:v>
                </c:pt>
                <c:pt idx="2535">
                  <c:v>87777.3712896802</c:v>
                </c:pt>
                <c:pt idx="2536">
                  <c:v>87777.3712896802</c:v>
                </c:pt>
                <c:pt idx="2537">
                  <c:v>87777.3712896802</c:v>
                </c:pt>
                <c:pt idx="2538">
                  <c:v>87777.3712896802</c:v>
                </c:pt>
                <c:pt idx="2539">
                  <c:v>87777.3712896802</c:v>
                </c:pt>
                <c:pt idx="2540">
                  <c:v>87777.3712896802</c:v>
                </c:pt>
                <c:pt idx="2541">
                  <c:v>87777.3712896802</c:v>
                </c:pt>
                <c:pt idx="2542">
                  <c:v>87777.3712896802</c:v>
                </c:pt>
                <c:pt idx="2543">
                  <c:v>87777.3712896802</c:v>
                </c:pt>
                <c:pt idx="2544">
                  <c:v>87777.3712896802</c:v>
                </c:pt>
                <c:pt idx="2545">
                  <c:v>87777.3712896802</c:v>
                </c:pt>
                <c:pt idx="2546">
                  <c:v>87880.4486755674</c:v>
                </c:pt>
                <c:pt idx="2547">
                  <c:v>87880.4486755674</c:v>
                </c:pt>
                <c:pt idx="2548">
                  <c:v>87980.38401789016</c:v>
                </c:pt>
                <c:pt idx="2549">
                  <c:v>88080.32206427296</c:v>
                </c:pt>
                <c:pt idx="2550">
                  <c:v>88180.3725860808</c:v>
                </c:pt>
                <c:pt idx="2551">
                  <c:v>88180.3725860808</c:v>
                </c:pt>
                <c:pt idx="2552">
                  <c:v>88180.3725860808</c:v>
                </c:pt>
                <c:pt idx="2553">
                  <c:v>88282.075551547</c:v>
                </c:pt>
                <c:pt idx="2554">
                  <c:v>88282.075551547</c:v>
                </c:pt>
                <c:pt idx="2555">
                  <c:v>88386.57109335785</c:v>
                </c:pt>
                <c:pt idx="2556">
                  <c:v>88386.57109335785</c:v>
                </c:pt>
                <c:pt idx="2557">
                  <c:v>88386.57109335785</c:v>
                </c:pt>
                <c:pt idx="2558">
                  <c:v>88386.57109335785</c:v>
                </c:pt>
                <c:pt idx="2559">
                  <c:v>88386.57109335785</c:v>
                </c:pt>
                <c:pt idx="2560">
                  <c:v>88386.57109335785</c:v>
                </c:pt>
                <c:pt idx="2561">
                  <c:v>88386.57109335785</c:v>
                </c:pt>
                <c:pt idx="2562">
                  <c:v>88386.57109335785</c:v>
                </c:pt>
                <c:pt idx="2563">
                  <c:v>88479.98280492857</c:v>
                </c:pt>
                <c:pt idx="2564">
                  <c:v>88479.98280492857</c:v>
                </c:pt>
                <c:pt idx="2565">
                  <c:v>88479.98280492857</c:v>
                </c:pt>
                <c:pt idx="2566">
                  <c:v>88479.98280492857</c:v>
                </c:pt>
                <c:pt idx="2567">
                  <c:v>88479.98280492857</c:v>
                </c:pt>
                <c:pt idx="2568">
                  <c:v>88479.98280492857</c:v>
                </c:pt>
                <c:pt idx="2569">
                  <c:v>88479.98280492857</c:v>
                </c:pt>
                <c:pt idx="2570">
                  <c:v>88580.31924498374</c:v>
                </c:pt>
                <c:pt idx="2571">
                  <c:v>88672.98720744708</c:v>
                </c:pt>
                <c:pt idx="2572">
                  <c:v>88672.98720744708</c:v>
                </c:pt>
                <c:pt idx="2573">
                  <c:v>88672.98720744708</c:v>
                </c:pt>
                <c:pt idx="2574">
                  <c:v>88672.98720744708</c:v>
                </c:pt>
                <c:pt idx="2575">
                  <c:v>88779.09621389375</c:v>
                </c:pt>
                <c:pt idx="2576">
                  <c:v>88879.40709972971</c:v>
                </c:pt>
                <c:pt idx="2577">
                  <c:v>88879.40709972971</c:v>
                </c:pt>
                <c:pt idx="2578">
                  <c:v>88879.40709972971</c:v>
                </c:pt>
                <c:pt idx="2579">
                  <c:v>89002.6034409061</c:v>
                </c:pt>
                <c:pt idx="2580">
                  <c:v>89002.6034409061</c:v>
                </c:pt>
                <c:pt idx="2581">
                  <c:v>89101.34090363499</c:v>
                </c:pt>
                <c:pt idx="2582">
                  <c:v>89101.34090363499</c:v>
                </c:pt>
                <c:pt idx="2583">
                  <c:v>89200.20337735991</c:v>
                </c:pt>
                <c:pt idx="2584">
                  <c:v>89200.20337735991</c:v>
                </c:pt>
                <c:pt idx="2585">
                  <c:v>89311.61425002452</c:v>
                </c:pt>
                <c:pt idx="2586">
                  <c:v>89311.61425002452</c:v>
                </c:pt>
                <c:pt idx="2587">
                  <c:v>89311.61425002452</c:v>
                </c:pt>
                <c:pt idx="2588">
                  <c:v>89311.61425002452</c:v>
                </c:pt>
                <c:pt idx="2589">
                  <c:v>89311.61425002452</c:v>
                </c:pt>
                <c:pt idx="2590">
                  <c:v>89311.61425002452</c:v>
                </c:pt>
                <c:pt idx="2591">
                  <c:v>89311.61425002452</c:v>
                </c:pt>
                <c:pt idx="2592">
                  <c:v>89311.61425002452</c:v>
                </c:pt>
                <c:pt idx="2593">
                  <c:v>89311.61425002452</c:v>
                </c:pt>
                <c:pt idx="2594">
                  <c:v>89410.02060905908</c:v>
                </c:pt>
                <c:pt idx="2595">
                  <c:v>89483.26351225043</c:v>
                </c:pt>
                <c:pt idx="2596">
                  <c:v>89483.26351225043</c:v>
                </c:pt>
                <c:pt idx="2597">
                  <c:v>89600.63281410372</c:v>
                </c:pt>
                <c:pt idx="2598">
                  <c:v>89600.63281410372</c:v>
                </c:pt>
                <c:pt idx="2599">
                  <c:v>89600.63281410372</c:v>
                </c:pt>
                <c:pt idx="2600">
                  <c:v>89677.82550410116</c:v>
                </c:pt>
                <c:pt idx="2601">
                  <c:v>89677.82550410116</c:v>
                </c:pt>
                <c:pt idx="2602">
                  <c:v>89677.82550410116</c:v>
                </c:pt>
                <c:pt idx="2603">
                  <c:v>89677.82550410116</c:v>
                </c:pt>
                <c:pt idx="2604">
                  <c:v>89677.82550410116</c:v>
                </c:pt>
                <c:pt idx="2605">
                  <c:v>89677.82550410116</c:v>
                </c:pt>
                <c:pt idx="2606">
                  <c:v>89677.82550410116</c:v>
                </c:pt>
                <c:pt idx="2607">
                  <c:v>89677.82550410116</c:v>
                </c:pt>
                <c:pt idx="2608">
                  <c:v>89677.82550410116</c:v>
                </c:pt>
                <c:pt idx="2609">
                  <c:v>89677.82550410116</c:v>
                </c:pt>
                <c:pt idx="2610">
                  <c:v>89677.82550410116</c:v>
                </c:pt>
                <c:pt idx="2611">
                  <c:v>89763.17815249004</c:v>
                </c:pt>
                <c:pt idx="2612">
                  <c:v>89860.69526433585</c:v>
                </c:pt>
                <c:pt idx="2613">
                  <c:v>89860.69526433585</c:v>
                </c:pt>
                <c:pt idx="2614">
                  <c:v>90006.47470471448</c:v>
                </c:pt>
                <c:pt idx="2615">
                  <c:v>90006.47470471448</c:v>
                </c:pt>
                <c:pt idx="2616">
                  <c:v>90017.95973068808</c:v>
                </c:pt>
                <c:pt idx="2617">
                  <c:v>90115.48938598618</c:v>
                </c:pt>
                <c:pt idx="2618">
                  <c:v>90115.48938598618</c:v>
                </c:pt>
                <c:pt idx="2619">
                  <c:v>90233.4391460265</c:v>
                </c:pt>
                <c:pt idx="2620">
                  <c:v>90233.4391460265</c:v>
                </c:pt>
                <c:pt idx="2621">
                  <c:v>90233.4391460265</c:v>
                </c:pt>
                <c:pt idx="2622">
                  <c:v>90233.4391460265</c:v>
                </c:pt>
                <c:pt idx="2623">
                  <c:v>90233.4391460265</c:v>
                </c:pt>
                <c:pt idx="2624">
                  <c:v>90233.4391460265</c:v>
                </c:pt>
                <c:pt idx="2625">
                  <c:v>90331.34634240308</c:v>
                </c:pt>
                <c:pt idx="2626">
                  <c:v>90434.26792456316</c:v>
                </c:pt>
                <c:pt idx="2627">
                  <c:v>90434.26792456316</c:v>
                </c:pt>
                <c:pt idx="2628">
                  <c:v>90538.36505291304</c:v>
                </c:pt>
                <c:pt idx="2629">
                  <c:v>90538.36505291304</c:v>
                </c:pt>
                <c:pt idx="2630">
                  <c:v>90629.5165556391</c:v>
                </c:pt>
                <c:pt idx="2631">
                  <c:v>90735.95775201666</c:v>
                </c:pt>
                <c:pt idx="2632">
                  <c:v>90735.95775201666</c:v>
                </c:pt>
                <c:pt idx="2633">
                  <c:v>90735.95775201666</c:v>
                </c:pt>
                <c:pt idx="2634">
                  <c:v>90735.95775201666</c:v>
                </c:pt>
                <c:pt idx="2635">
                  <c:v>90735.95775201666</c:v>
                </c:pt>
                <c:pt idx="2636">
                  <c:v>90840.02645553037</c:v>
                </c:pt>
                <c:pt idx="2637">
                  <c:v>90932.32612971666</c:v>
                </c:pt>
                <c:pt idx="2638">
                  <c:v>91053.74361273293</c:v>
                </c:pt>
                <c:pt idx="2639">
                  <c:v>91053.74361273293</c:v>
                </c:pt>
                <c:pt idx="2640">
                  <c:v>91053.74361273293</c:v>
                </c:pt>
                <c:pt idx="2641">
                  <c:v>91053.74361273293</c:v>
                </c:pt>
                <c:pt idx="2642">
                  <c:v>91176.87428363424</c:v>
                </c:pt>
                <c:pt idx="2643">
                  <c:v>91176.87428363424</c:v>
                </c:pt>
                <c:pt idx="2644">
                  <c:v>91176.87428363424</c:v>
                </c:pt>
                <c:pt idx="2645">
                  <c:v>91176.87428363424</c:v>
                </c:pt>
                <c:pt idx="2646">
                  <c:v>91176.87428363424</c:v>
                </c:pt>
                <c:pt idx="2647">
                  <c:v>91176.87428363424</c:v>
                </c:pt>
                <c:pt idx="2648">
                  <c:v>91176.87428363424</c:v>
                </c:pt>
                <c:pt idx="2649">
                  <c:v>91176.87428363424</c:v>
                </c:pt>
                <c:pt idx="2650">
                  <c:v>91292.47155522207</c:v>
                </c:pt>
                <c:pt idx="2651">
                  <c:v>91374.01865700338</c:v>
                </c:pt>
                <c:pt idx="2652">
                  <c:v>91374.01865700338</c:v>
                </c:pt>
                <c:pt idx="2653">
                  <c:v>91374.01865700338</c:v>
                </c:pt>
                <c:pt idx="2654">
                  <c:v>91374.01865700338</c:v>
                </c:pt>
                <c:pt idx="2655">
                  <c:v>91374.01865700338</c:v>
                </c:pt>
                <c:pt idx="2656">
                  <c:v>91374.01865700338</c:v>
                </c:pt>
                <c:pt idx="2657">
                  <c:v>91374.01865700338</c:v>
                </c:pt>
                <c:pt idx="2658">
                  <c:v>91374.01865700338</c:v>
                </c:pt>
                <c:pt idx="2659">
                  <c:v>91489.62026139667</c:v>
                </c:pt>
                <c:pt idx="2660">
                  <c:v>91489.62026139667</c:v>
                </c:pt>
                <c:pt idx="2661">
                  <c:v>91489.62026139667</c:v>
                </c:pt>
                <c:pt idx="2662">
                  <c:v>91489.62026139667</c:v>
                </c:pt>
                <c:pt idx="2663">
                  <c:v>91605.2193057548</c:v>
                </c:pt>
                <c:pt idx="2664">
                  <c:v>91732.71307339438</c:v>
                </c:pt>
                <c:pt idx="2665">
                  <c:v>91809.88200963209</c:v>
                </c:pt>
                <c:pt idx="2666">
                  <c:v>91809.88200963209</c:v>
                </c:pt>
                <c:pt idx="2667">
                  <c:v>91915.64507149113</c:v>
                </c:pt>
                <c:pt idx="2668">
                  <c:v>92004.34621884163</c:v>
                </c:pt>
                <c:pt idx="2669">
                  <c:v>92130.4724161158</c:v>
                </c:pt>
                <c:pt idx="2670">
                  <c:v>92130.4724161158</c:v>
                </c:pt>
                <c:pt idx="2671">
                  <c:v>92130.4724161158</c:v>
                </c:pt>
                <c:pt idx="2672">
                  <c:v>92130.4724161158</c:v>
                </c:pt>
                <c:pt idx="2673">
                  <c:v>92246.18386069464</c:v>
                </c:pt>
                <c:pt idx="2674">
                  <c:v>92246.18386069464</c:v>
                </c:pt>
                <c:pt idx="2675">
                  <c:v>92246.18386069464</c:v>
                </c:pt>
                <c:pt idx="2676">
                  <c:v>92348.70831964294</c:v>
                </c:pt>
                <c:pt idx="2677">
                  <c:v>92435.55724678299</c:v>
                </c:pt>
                <c:pt idx="2678">
                  <c:v>92522.50438710573</c:v>
                </c:pt>
                <c:pt idx="2679">
                  <c:v>92608.42178436177</c:v>
                </c:pt>
                <c:pt idx="2680">
                  <c:v>92608.42178436177</c:v>
                </c:pt>
                <c:pt idx="2681">
                  <c:v>92608.42178436177</c:v>
                </c:pt>
                <c:pt idx="2682">
                  <c:v>92694.3391816178</c:v>
                </c:pt>
                <c:pt idx="2683">
                  <c:v>92797.7043595204</c:v>
                </c:pt>
                <c:pt idx="2684">
                  <c:v>92898.80899270016</c:v>
                </c:pt>
                <c:pt idx="2685">
                  <c:v>93003.91933160444</c:v>
                </c:pt>
                <c:pt idx="2686">
                  <c:v>93108.29456298528</c:v>
                </c:pt>
                <c:pt idx="2687">
                  <c:v>93214.2090491651</c:v>
                </c:pt>
                <c:pt idx="2688">
                  <c:v>93318.37107840012</c:v>
                </c:pt>
                <c:pt idx="2689">
                  <c:v>93423.82155124165</c:v>
                </c:pt>
                <c:pt idx="2690">
                  <c:v>93528.94950210491</c:v>
                </c:pt>
                <c:pt idx="2691">
                  <c:v>93528.94950210491</c:v>
                </c:pt>
                <c:pt idx="2692">
                  <c:v>93631.69199454575</c:v>
                </c:pt>
                <c:pt idx="2693">
                  <c:v>93736.37242565697</c:v>
                </c:pt>
                <c:pt idx="2694">
                  <c:v>93838.38103600414</c:v>
                </c:pt>
                <c:pt idx="2695">
                  <c:v>93938.41292405299</c:v>
                </c:pt>
                <c:pt idx="2696">
                  <c:v>93938.41292405299</c:v>
                </c:pt>
                <c:pt idx="2697">
                  <c:v>94041.7652423485</c:v>
                </c:pt>
                <c:pt idx="2698">
                  <c:v>94145.66800879876</c:v>
                </c:pt>
                <c:pt idx="2699">
                  <c:v>94145.66800879876</c:v>
                </c:pt>
                <c:pt idx="2700">
                  <c:v>94145.66800879876</c:v>
                </c:pt>
                <c:pt idx="2701">
                  <c:v>94145.66800879876</c:v>
                </c:pt>
                <c:pt idx="2702">
                  <c:v>94256.25922298763</c:v>
                </c:pt>
                <c:pt idx="2703">
                  <c:v>94389.33149906354</c:v>
                </c:pt>
                <c:pt idx="2704">
                  <c:v>94389.33149906354</c:v>
                </c:pt>
                <c:pt idx="2705">
                  <c:v>94389.33149906354</c:v>
                </c:pt>
                <c:pt idx="2706">
                  <c:v>94389.33149906354</c:v>
                </c:pt>
                <c:pt idx="2707">
                  <c:v>94462.82946960218</c:v>
                </c:pt>
                <c:pt idx="2708">
                  <c:v>94462.82946960218</c:v>
                </c:pt>
                <c:pt idx="2709">
                  <c:v>94462.82946960218</c:v>
                </c:pt>
                <c:pt idx="2710">
                  <c:v>94462.82946960218</c:v>
                </c:pt>
                <c:pt idx="2711">
                  <c:v>94583.64637572812</c:v>
                </c:pt>
                <c:pt idx="2712">
                  <c:v>94712.60133414617</c:v>
                </c:pt>
                <c:pt idx="2713">
                  <c:v>94712.60133414617</c:v>
                </c:pt>
                <c:pt idx="2714">
                  <c:v>94712.60133414617</c:v>
                </c:pt>
                <c:pt idx="2715">
                  <c:v>94712.60133414617</c:v>
                </c:pt>
                <c:pt idx="2716">
                  <c:v>94712.60133414617</c:v>
                </c:pt>
                <c:pt idx="2717">
                  <c:v>94793.49966265395</c:v>
                </c:pt>
                <c:pt idx="2718">
                  <c:v>94793.49966265395</c:v>
                </c:pt>
                <c:pt idx="2719">
                  <c:v>94793.49966265395</c:v>
                </c:pt>
                <c:pt idx="2720">
                  <c:v>94793.49966265395</c:v>
                </c:pt>
                <c:pt idx="2721">
                  <c:v>94889.8832291119</c:v>
                </c:pt>
                <c:pt idx="2722">
                  <c:v>94992.4400846414</c:v>
                </c:pt>
                <c:pt idx="2723">
                  <c:v>95100.30908491102</c:v>
                </c:pt>
                <c:pt idx="2724">
                  <c:v>95187.43049133284</c:v>
                </c:pt>
                <c:pt idx="2725">
                  <c:v>95187.43049133284</c:v>
                </c:pt>
                <c:pt idx="2726">
                  <c:v>95187.43049133284</c:v>
                </c:pt>
                <c:pt idx="2727">
                  <c:v>95273.50018949021</c:v>
                </c:pt>
                <c:pt idx="2728">
                  <c:v>95273.50018949021</c:v>
                </c:pt>
                <c:pt idx="2729">
                  <c:v>95273.50018949021</c:v>
                </c:pt>
                <c:pt idx="2730">
                  <c:v>95273.50018949021</c:v>
                </c:pt>
                <c:pt idx="2731">
                  <c:v>95273.50018949021</c:v>
                </c:pt>
                <c:pt idx="2732">
                  <c:v>95374.66693228578</c:v>
                </c:pt>
                <c:pt idx="2733">
                  <c:v>95477.8016898464</c:v>
                </c:pt>
                <c:pt idx="2734">
                  <c:v>95477.8016898464</c:v>
                </c:pt>
                <c:pt idx="2735">
                  <c:v>95477.8016898464</c:v>
                </c:pt>
                <c:pt idx="2736">
                  <c:v>95573.91481096133</c:v>
                </c:pt>
                <c:pt idx="2737">
                  <c:v>95573.91481096133</c:v>
                </c:pt>
                <c:pt idx="2738">
                  <c:v>95573.91481096133</c:v>
                </c:pt>
                <c:pt idx="2739">
                  <c:v>95573.91481096133</c:v>
                </c:pt>
                <c:pt idx="2740">
                  <c:v>95573.91481096133</c:v>
                </c:pt>
                <c:pt idx="2741">
                  <c:v>95573.91481096133</c:v>
                </c:pt>
                <c:pt idx="2742">
                  <c:v>95573.91481096133</c:v>
                </c:pt>
                <c:pt idx="2743">
                  <c:v>95573.91481096133</c:v>
                </c:pt>
                <c:pt idx="2744">
                  <c:v>95573.91481096133</c:v>
                </c:pt>
                <c:pt idx="2745">
                  <c:v>95573.91481096133</c:v>
                </c:pt>
                <c:pt idx="2746">
                  <c:v>95573.91481096133</c:v>
                </c:pt>
                <c:pt idx="2747">
                  <c:v>95573.91481096133</c:v>
                </c:pt>
                <c:pt idx="2748">
                  <c:v>95573.91481096133</c:v>
                </c:pt>
                <c:pt idx="2749">
                  <c:v>95681.05124011017</c:v>
                </c:pt>
                <c:pt idx="2750">
                  <c:v>95790.06952685215</c:v>
                </c:pt>
                <c:pt idx="2751">
                  <c:v>95790.06952685215</c:v>
                </c:pt>
                <c:pt idx="2752">
                  <c:v>95790.06952685215</c:v>
                </c:pt>
                <c:pt idx="2753">
                  <c:v>95790.06952685215</c:v>
                </c:pt>
                <c:pt idx="2754">
                  <c:v>95790.06952685215</c:v>
                </c:pt>
                <c:pt idx="2755">
                  <c:v>95790.06952685215</c:v>
                </c:pt>
                <c:pt idx="2756">
                  <c:v>95790.06952685215</c:v>
                </c:pt>
                <c:pt idx="2757">
                  <c:v>95790.06952685215</c:v>
                </c:pt>
                <c:pt idx="2758">
                  <c:v>95790.06952685215</c:v>
                </c:pt>
                <c:pt idx="2759">
                  <c:v>95851.80299290112</c:v>
                </c:pt>
                <c:pt idx="2760">
                  <c:v>95851.80299290112</c:v>
                </c:pt>
                <c:pt idx="2761">
                  <c:v>95851.80299290112</c:v>
                </c:pt>
                <c:pt idx="2762">
                  <c:v>95969.7888703476</c:v>
                </c:pt>
                <c:pt idx="2763">
                  <c:v>95969.7888703476</c:v>
                </c:pt>
                <c:pt idx="2764">
                  <c:v>95969.7888703476</c:v>
                </c:pt>
                <c:pt idx="2765">
                  <c:v>95969.7888703476</c:v>
                </c:pt>
                <c:pt idx="2766">
                  <c:v>95969.7888703476</c:v>
                </c:pt>
                <c:pt idx="2767">
                  <c:v>96034.78053861985</c:v>
                </c:pt>
                <c:pt idx="2768">
                  <c:v>96034.78053861985</c:v>
                </c:pt>
                <c:pt idx="2769">
                  <c:v>96034.78053861985</c:v>
                </c:pt>
                <c:pt idx="2770">
                  <c:v>96034.78053861985</c:v>
                </c:pt>
                <c:pt idx="2771">
                  <c:v>96128.32250095811</c:v>
                </c:pt>
                <c:pt idx="2772">
                  <c:v>96223.8596817461</c:v>
                </c:pt>
                <c:pt idx="2773">
                  <c:v>96223.8596817461</c:v>
                </c:pt>
                <c:pt idx="2774">
                  <c:v>96223.8596817461</c:v>
                </c:pt>
                <c:pt idx="2775">
                  <c:v>96386.93037516886</c:v>
                </c:pt>
                <c:pt idx="2776">
                  <c:v>96386.93037516886</c:v>
                </c:pt>
                <c:pt idx="2777">
                  <c:v>96386.93037516886</c:v>
                </c:pt>
                <c:pt idx="2778">
                  <c:v>96386.93037516886</c:v>
                </c:pt>
                <c:pt idx="2779">
                  <c:v>96425.43362237145</c:v>
                </c:pt>
                <c:pt idx="2780">
                  <c:v>96425.43362237145</c:v>
                </c:pt>
                <c:pt idx="2781">
                  <c:v>96529.23392407205</c:v>
                </c:pt>
                <c:pt idx="2782">
                  <c:v>96529.23392407205</c:v>
                </c:pt>
                <c:pt idx="2783">
                  <c:v>96622.40599931905</c:v>
                </c:pt>
                <c:pt idx="2784">
                  <c:v>96712.82451451574</c:v>
                </c:pt>
                <c:pt idx="2785">
                  <c:v>96818.64307485567</c:v>
                </c:pt>
                <c:pt idx="2786">
                  <c:v>96919.39798165753</c:v>
                </c:pt>
                <c:pt idx="2787">
                  <c:v>96919.39798165753</c:v>
                </c:pt>
                <c:pt idx="2788">
                  <c:v>97045.94770506033</c:v>
                </c:pt>
                <c:pt idx="2789">
                  <c:v>97197.24652119857</c:v>
                </c:pt>
                <c:pt idx="2790">
                  <c:v>97197.24652119857</c:v>
                </c:pt>
                <c:pt idx="2791">
                  <c:v>97297.32150548355</c:v>
                </c:pt>
                <c:pt idx="2792">
                  <c:v>97395.75045031372</c:v>
                </c:pt>
                <c:pt idx="2793">
                  <c:v>97395.75045031372</c:v>
                </c:pt>
                <c:pt idx="2794">
                  <c:v>97395.75045031372</c:v>
                </c:pt>
                <c:pt idx="2795">
                  <c:v>97516.84515307426</c:v>
                </c:pt>
                <c:pt idx="2796">
                  <c:v>97516.84515307426</c:v>
                </c:pt>
                <c:pt idx="2797">
                  <c:v>97516.84515307426</c:v>
                </c:pt>
                <c:pt idx="2798">
                  <c:v>97516.84515307426</c:v>
                </c:pt>
                <c:pt idx="2799">
                  <c:v>97516.84515307426</c:v>
                </c:pt>
                <c:pt idx="2800">
                  <c:v>97516.84515307426</c:v>
                </c:pt>
                <c:pt idx="2801">
                  <c:v>97516.84515307426</c:v>
                </c:pt>
                <c:pt idx="2802">
                  <c:v>97516.84515307426</c:v>
                </c:pt>
                <c:pt idx="2803">
                  <c:v>97516.84515307426</c:v>
                </c:pt>
                <c:pt idx="2804">
                  <c:v>97516.84515307426</c:v>
                </c:pt>
                <c:pt idx="2805">
                  <c:v>97611.99566593568</c:v>
                </c:pt>
                <c:pt idx="2806">
                  <c:v>97611.99566593568</c:v>
                </c:pt>
                <c:pt idx="2807">
                  <c:v>97692.5275252969</c:v>
                </c:pt>
                <c:pt idx="2808">
                  <c:v>97692.5275252969</c:v>
                </c:pt>
                <c:pt idx="2809">
                  <c:v>97692.5275252969</c:v>
                </c:pt>
                <c:pt idx="2810">
                  <c:v>97692.5275252969</c:v>
                </c:pt>
                <c:pt idx="2811">
                  <c:v>97796.84550311568</c:v>
                </c:pt>
                <c:pt idx="2812">
                  <c:v>97796.84550311568</c:v>
                </c:pt>
                <c:pt idx="2813">
                  <c:v>97796.84550311568</c:v>
                </c:pt>
                <c:pt idx="2814">
                  <c:v>97901.4477781814</c:v>
                </c:pt>
                <c:pt idx="2815">
                  <c:v>97901.4477781814</c:v>
                </c:pt>
                <c:pt idx="2816">
                  <c:v>97901.4477781814</c:v>
                </c:pt>
                <c:pt idx="2817">
                  <c:v>98006.05534911242</c:v>
                </c:pt>
                <c:pt idx="2818">
                  <c:v>98006.05534911242</c:v>
                </c:pt>
                <c:pt idx="2819">
                  <c:v>98006.05534911242</c:v>
                </c:pt>
                <c:pt idx="2820">
                  <c:v>98006.05534911242</c:v>
                </c:pt>
                <c:pt idx="2821">
                  <c:v>98097.68050971226</c:v>
                </c:pt>
                <c:pt idx="2822">
                  <c:v>98097.68050971226</c:v>
                </c:pt>
                <c:pt idx="2823">
                  <c:v>98097.68050971226</c:v>
                </c:pt>
                <c:pt idx="2824">
                  <c:v>98097.68050971226</c:v>
                </c:pt>
                <c:pt idx="2825">
                  <c:v>98199.46432097336</c:v>
                </c:pt>
                <c:pt idx="2826">
                  <c:v>98199.46432097336</c:v>
                </c:pt>
                <c:pt idx="2827">
                  <c:v>98258.4054460561</c:v>
                </c:pt>
                <c:pt idx="2828">
                  <c:v>98258.4054460561</c:v>
                </c:pt>
                <c:pt idx="2829">
                  <c:v>98359.38201833208</c:v>
                </c:pt>
                <c:pt idx="2830">
                  <c:v>98359.38201833208</c:v>
                </c:pt>
                <c:pt idx="2831">
                  <c:v>98359.38201833208</c:v>
                </c:pt>
                <c:pt idx="2832">
                  <c:v>98359.38201833208</c:v>
                </c:pt>
                <c:pt idx="2833">
                  <c:v>98444.15153300966</c:v>
                </c:pt>
                <c:pt idx="2834">
                  <c:v>98562.1677450481</c:v>
                </c:pt>
                <c:pt idx="2835">
                  <c:v>98699.25444361295</c:v>
                </c:pt>
                <c:pt idx="2836">
                  <c:v>98819.89270339388</c:v>
                </c:pt>
                <c:pt idx="2837">
                  <c:v>98940.53096317481</c:v>
                </c:pt>
                <c:pt idx="2838">
                  <c:v>98940.53096317481</c:v>
                </c:pt>
                <c:pt idx="2839">
                  <c:v>99031.45309348364</c:v>
                </c:pt>
                <c:pt idx="2840">
                  <c:v>99149.46930552207</c:v>
                </c:pt>
                <c:pt idx="2841">
                  <c:v>99149.46930552207</c:v>
                </c:pt>
                <c:pt idx="2842">
                  <c:v>99264.02226604715</c:v>
                </c:pt>
                <c:pt idx="2843">
                  <c:v>99264.02226604715</c:v>
                </c:pt>
                <c:pt idx="2844">
                  <c:v>99350.62741416012</c:v>
                </c:pt>
                <c:pt idx="2845">
                  <c:v>99431.65585167722</c:v>
                </c:pt>
                <c:pt idx="2846">
                  <c:v>99431.65585167722</c:v>
                </c:pt>
                <c:pt idx="2847">
                  <c:v>99512.68428919432</c:v>
                </c:pt>
                <c:pt idx="2848">
                  <c:v>99621.76682565213</c:v>
                </c:pt>
                <c:pt idx="2849">
                  <c:v>99621.76682565213</c:v>
                </c:pt>
                <c:pt idx="2850">
                  <c:v>99739.005391987</c:v>
                </c:pt>
                <c:pt idx="2851">
                  <c:v>99739.005391987</c:v>
                </c:pt>
                <c:pt idx="2852">
                  <c:v>99739.005391987</c:v>
                </c:pt>
                <c:pt idx="2853">
                  <c:v>99820.0338295041</c:v>
                </c:pt>
                <c:pt idx="2854">
                  <c:v>99951.23448370589</c:v>
                </c:pt>
                <c:pt idx="2855">
                  <c:v>100032.57515075746</c:v>
                </c:pt>
                <c:pt idx="2856">
                  <c:v>100032.57515075746</c:v>
                </c:pt>
                <c:pt idx="2857">
                  <c:v>100032.57515075746</c:v>
                </c:pt>
                <c:pt idx="2858">
                  <c:v>100155.38051415214</c:v>
                </c:pt>
                <c:pt idx="2859">
                  <c:v>100155.38051415214</c:v>
                </c:pt>
                <c:pt idx="2860">
                  <c:v>100155.38051415214</c:v>
                </c:pt>
                <c:pt idx="2861">
                  <c:v>100155.38051415214</c:v>
                </c:pt>
                <c:pt idx="2862">
                  <c:v>100155.38051415214</c:v>
                </c:pt>
                <c:pt idx="2863">
                  <c:v>100257.31172964956</c:v>
                </c:pt>
                <c:pt idx="2864">
                  <c:v>100257.31172964956</c:v>
                </c:pt>
                <c:pt idx="2865">
                  <c:v>100257.31172964956</c:v>
                </c:pt>
                <c:pt idx="2866">
                  <c:v>100356.53502055041</c:v>
                </c:pt>
                <c:pt idx="2867">
                  <c:v>100356.53502055041</c:v>
                </c:pt>
                <c:pt idx="2868">
                  <c:v>100356.53502055041</c:v>
                </c:pt>
                <c:pt idx="2869">
                  <c:v>100356.53502055041</c:v>
                </c:pt>
                <c:pt idx="2870">
                  <c:v>100471.6316837025</c:v>
                </c:pt>
                <c:pt idx="2871">
                  <c:v>100471.6316837025</c:v>
                </c:pt>
                <c:pt idx="2872">
                  <c:v>100565.30247564736</c:v>
                </c:pt>
                <c:pt idx="2873">
                  <c:v>100565.30247564736</c:v>
                </c:pt>
                <c:pt idx="2874">
                  <c:v>100565.30247564736</c:v>
                </c:pt>
                <c:pt idx="2875">
                  <c:v>100644.786373895</c:v>
                </c:pt>
                <c:pt idx="2876">
                  <c:v>100644.786373895</c:v>
                </c:pt>
                <c:pt idx="2877">
                  <c:v>100644.786373895</c:v>
                </c:pt>
                <c:pt idx="2878">
                  <c:v>100685.7593365532</c:v>
                </c:pt>
                <c:pt idx="2879">
                  <c:v>100685.7593365532</c:v>
                </c:pt>
                <c:pt idx="2880">
                  <c:v>100780.03758545873</c:v>
                </c:pt>
                <c:pt idx="2881">
                  <c:v>100780.03758545873</c:v>
                </c:pt>
                <c:pt idx="2882">
                  <c:v>100780.03758545873</c:v>
                </c:pt>
                <c:pt idx="2883">
                  <c:v>100899.3198017964</c:v>
                </c:pt>
                <c:pt idx="2884">
                  <c:v>100899.3198017964</c:v>
                </c:pt>
                <c:pt idx="2885">
                  <c:v>100899.3198017964</c:v>
                </c:pt>
                <c:pt idx="2886">
                  <c:v>100997.71885997635</c:v>
                </c:pt>
                <c:pt idx="2887">
                  <c:v>100997.71885997635</c:v>
                </c:pt>
                <c:pt idx="2888">
                  <c:v>100997.71885997635</c:v>
                </c:pt>
                <c:pt idx="2889">
                  <c:v>100997.71885997635</c:v>
                </c:pt>
                <c:pt idx="2890">
                  <c:v>100997.71885997635</c:v>
                </c:pt>
                <c:pt idx="2891">
                  <c:v>100997.71885997635</c:v>
                </c:pt>
                <c:pt idx="2892">
                  <c:v>100997.71885997635</c:v>
                </c:pt>
                <c:pt idx="2893">
                  <c:v>101102.1100956197</c:v>
                </c:pt>
                <c:pt idx="2894">
                  <c:v>101221.12572523505</c:v>
                </c:pt>
                <c:pt idx="2895">
                  <c:v>101312.1301414661</c:v>
                </c:pt>
                <c:pt idx="2896">
                  <c:v>101409.22122186776</c:v>
                </c:pt>
                <c:pt idx="2897">
                  <c:v>101409.22122186776</c:v>
                </c:pt>
                <c:pt idx="2898">
                  <c:v>101512.3319450552</c:v>
                </c:pt>
                <c:pt idx="2899">
                  <c:v>101626.86978836688</c:v>
                </c:pt>
                <c:pt idx="2900">
                  <c:v>101626.86978836688</c:v>
                </c:pt>
                <c:pt idx="2901">
                  <c:v>101626.86978836688</c:v>
                </c:pt>
                <c:pt idx="2902">
                  <c:v>101626.86978836688</c:v>
                </c:pt>
                <c:pt idx="2903">
                  <c:v>101626.86978836688</c:v>
                </c:pt>
                <c:pt idx="2904">
                  <c:v>101626.86978836688</c:v>
                </c:pt>
                <c:pt idx="2905">
                  <c:v>101626.86978836688</c:v>
                </c:pt>
                <c:pt idx="2906">
                  <c:v>101747.85421621407</c:v>
                </c:pt>
                <c:pt idx="2907">
                  <c:v>101747.85421621407</c:v>
                </c:pt>
                <c:pt idx="2908">
                  <c:v>101747.85421621407</c:v>
                </c:pt>
                <c:pt idx="2909">
                  <c:v>101747.85421621407</c:v>
                </c:pt>
                <c:pt idx="2910">
                  <c:v>101747.85421621407</c:v>
                </c:pt>
                <c:pt idx="2911">
                  <c:v>101747.85421621407</c:v>
                </c:pt>
                <c:pt idx="2912">
                  <c:v>101747.85421621407</c:v>
                </c:pt>
                <c:pt idx="2913">
                  <c:v>101747.85421621407</c:v>
                </c:pt>
                <c:pt idx="2914">
                  <c:v>101747.85421621407</c:v>
                </c:pt>
                <c:pt idx="2915">
                  <c:v>101747.85421621407</c:v>
                </c:pt>
                <c:pt idx="2916">
                  <c:v>101747.85421621407</c:v>
                </c:pt>
                <c:pt idx="2917">
                  <c:v>101747.85421621407</c:v>
                </c:pt>
                <c:pt idx="2918">
                  <c:v>101836.80825983209</c:v>
                </c:pt>
                <c:pt idx="2919">
                  <c:v>101836.80825983209</c:v>
                </c:pt>
                <c:pt idx="2920">
                  <c:v>101836.80825983209</c:v>
                </c:pt>
                <c:pt idx="2921">
                  <c:v>101836.80825983209</c:v>
                </c:pt>
                <c:pt idx="2922">
                  <c:v>101836.80825983209</c:v>
                </c:pt>
                <c:pt idx="2923">
                  <c:v>101836.80825983209</c:v>
                </c:pt>
                <c:pt idx="2924">
                  <c:v>101836.80825983209</c:v>
                </c:pt>
                <c:pt idx="2925">
                  <c:v>101836.80825983209</c:v>
                </c:pt>
                <c:pt idx="2926">
                  <c:v>101836.80825983209</c:v>
                </c:pt>
                <c:pt idx="2927">
                  <c:v>101836.80825983209</c:v>
                </c:pt>
                <c:pt idx="2928">
                  <c:v>101836.80825983209</c:v>
                </c:pt>
                <c:pt idx="2929">
                  <c:v>101836.80825983209</c:v>
                </c:pt>
                <c:pt idx="2930">
                  <c:v>101836.80825983209</c:v>
                </c:pt>
                <c:pt idx="2931">
                  <c:v>101928.84641920902</c:v>
                </c:pt>
                <c:pt idx="2932">
                  <c:v>101928.84641920902</c:v>
                </c:pt>
                <c:pt idx="2933">
                  <c:v>101928.84641920902</c:v>
                </c:pt>
                <c:pt idx="2934">
                  <c:v>101928.84641920902</c:v>
                </c:pt>
                <c:pt idx="2935">
                  <c:v>101928.84641920902</c:v>
                </c:pt>
                <c:pt idx="2936">
                  <c:v>101928.84641920902</c:v>
                </c:pt>
                <c:pt idx="2937">
                  <c:v>102046.95802204892</c:v>
                </c:pt>
                <c:pt idx="2938">
                  <c:v>102046.95802204892</c:v>
                </c:pt>
                <c:pt idx="2939">
                  <c:v>102046.95802204892</c:v>
                </c:pt>
                <c:pt idx="2940">
                  <c:v>102138.38749515387</c:v>
                </c:pt>
                <c:pt idx="2941">
                  <c:v>102230.4256545308</c:v>
                </c:pt>
                <c:pt idx="2942">
                  <c:v>102230.4256545308</c:v>
                </c:pt>
                <c:pt idx="2943">
                  <c:v>102313.77792714175</c:v>
                </c:pt>
                <c:pt idx="2944">
                  <c:v>102416.91644589171</c:v>
                </c:pt>
                <c:pt idx="2945">
                  <c:v>102416.91644589171</c:v>
                </c:pt>
                <c:pt idx="2946">
                  <c:v>102550.91619548261</c:v>
                </c:pt>
                <c:pt idx="2947">
                  <c:v>102661.38679955229</c:v>
                </c:pt>
                <c:pt idx="2948">
                  <c:v>102747.34860565684</c:v>
                </c:pt>
                <c:pt idx="2949">
                  <c:v>102814.58340982118</c:v>
                </c:pt>
                <c:pt idx="2950">
                  <c:v>102814.58340982118</c:v>
                </c:pt>
                <c:pt idx="2951">
                  <c:v>102814.58340982118</c:v>
                </c:pt>
                <c:pt idx="2952">
                  <c:v>102814.58340982118</c:v>
                </c:pt>
                <c:pt idx="2953">
                  <c:v>102903.2613911936</c:v>
                </c:pt>
                <c:pt idx="2954">
                  <c:v>102903.2613911936</c:v>
                </c:pt>
                <c:pt idx="2955">
                  <c:v>103005.76100496725</c:v>
                </c:pt>
                <c:pt idx="2956">
                  <c:v>103105.35615724965</c:v>
                </c:pt>
                <c:pt idx="2957">
                  <c:v>103105.35615724965</c:v>
                </c:pt>
                <c:pt idx="2958">
                  <c:v>103105.35615724965</c:v>
                </c:pt>
                <c:pt idx="2959">
                  <c:v>103105.35615724965</c:v>
                </c:pt>
                <c:pt idx="2960">
                  <c:v>103105.35615724965</c:v>
                </c:pt>
                <c:pt idx="2961">
                  <c:v>103105.35615724965</c:v>
                </c:pt>
                <c:pt idx="2962">
                  <c:v>103105.35615724965</c:v>
                </c:pt>
                <c:pt idx="2963">
                  <c:v>103212.94343093304</c:v>
                </c:pt>
                <c:pt idx="2964">
                  <c:v>103330.08552413905</c:v>
                </c:pt>
                <c:pt idx="2965">
                  <c:v>103330.08552413905</c:v>
                </c:pt>
                <c:pt idx="2966">
                  <c:v>103427.70154005387</c:v>
                </c:pt>
                <c:pt idx="2967">
                  <c:v>103512.94680378554</c:v>
                </c:pt>
                <c:pt idx="2968">
                  <c:v>103512.94680378554</c:v>
                </c:pt>
                <c:pt idx="2969">
                  <c:v>103512.94680378554</c:v>
                </c:pt>
                <c:pt idx="2970">
                  <c:v>103512.94680378554</c:v>
                </c:pt>
                <c:pt idx="2971">
                  <c:v>103512.94680378554</c:v>
                </c:pt>
                <c:pt idx="2972">
                  <c:v>103512.94680378554</c:v>
                </c:pt>
                <c:pt idx="2973">
                  <c:v>103605.74973136424</c:v>
                </c:pt>
                <c:pt idx="2974">
                  <c:v>103605.74973136424</c:v>
                </c:pt>
                <c:pt idx="2975">
                  <c:v>103684.66443471046</c:v>
                </c:pt>
                <c:pt idx="2976">
                  <c:v>103684.66443471046</c:v>
                </c:pt>
                <c:pt idx="2977">
                  <c:v>103684.66443471046</c:v>
                </c:pt>
                <c:pt idx="2978">
                  <c:v>103684.66443471046</c:v>
                </c:pt>
                <c:pt idx="2979">
                  <c:v>103684.66443471046</c:v>
                </c:pt>
                <c:pt idx="2980">
                  <c:v>103684.66443471046</c:v>
                </c:pt>
                <c:pt idx="2981">
                  <c:v>103684.66443471046</c:v>
                </c:pt>
                <c:pt idx="2982">
                  <c:v>103684.66443471046</c:v>
                </c:pt>
                <c:pt idx="2983">
                  <c:v>103832.91658583416</c:v>
                </c:pt>
                <c:pt idx="2984">
                  <c:v>103832.91658583416</c:v>
                </c:pt>
                <c:pt idx="2985">
                  <c:v>103832.91658583416</c:v>
                </c:pt>
                <c:pt idx="2986">
                  <c:v>103968.44058534446</c:v>
                </c:pt>
                <c:pt idx="2987">
                  <c:v>103968.44058534446</c:v>
                </c:pt>
                <c:pt idx="2988">
                  <c:v>104103.96458485477</c:v>
                </c:pt>
                <c:pt idx="2989">
                  <c:v>104103.96458485477</c:v>
                </c:pt>
                <c:pt idx="2990">
                  <c:v>104103.96458485477</c:v>
                </c:pt>
                <c:pt idx="2991">
                  <c:v>104162.89213858474</c:v>
                </c:pt>
                <c:pt idx="2992">
                  <c:v>104162.89213858474</c:v>
                </c:pt>
                <c:pt idx="2993">
                  <c:v>104319.72599105567</c:v>
                </c:pt>
                <c:pt idx="2994">
                  <c:v>104476.55984352661</c:v>
                </c:pt>
                <c:pt idx="2995">
                  <c:v>104578.64378950497</c:v>
                </c:pt>
                <c:pt idx="2996">
                  <c:v>104688.83690671023</c:v>
                </c:pt>
                <c:pt idx="2997">
                  <c:v>104688.83690671023</c:v>
                </c:pt>
                <c:pt idx="2998">
                  <c:v>104790.92085268859</c:v>
                </c:pt>
                <c:pt idx="2999">
                  <c:v>104893.00479866695</c:v>
                </c:pt>
                <c:pt idx="3000">
                  <c:v>104971.91950201317</c:v>
                </c:pt>
                <c:pt idx="3001">
                  <c:v>104971.91950201317</c:v>
                </c:pt>
                <c:pt idx="3002">
                  <c:v>104971.91950201317</c:v>
                </c:pt>
                <c:pt idx="3003">
                  <c:v>105074.00344799153</c:v>
                </c:pt>
                <c:pt idx="3004">
                  <c:v>105152.91815133776</c:v>
                </c:pt>
                <c:pt idx="3005">
                  <c:v>105152.91815133776</c:v>
                </c:pt>
                <c:pt idx="3006">
                  <c:v>105152.91815133776</c:v>
                </c:pt>
                <c:pt idx="3007">
                  <c:v>105152.91815133776</c:v>
                </c:pt>
                <c:pt idx="3008">
                  <c:v>105152.91815133776</c:v>
                </c:pt>
                <c:pt idx="3009">
                  <c:v>105152.91815133776</c:v>
                </c:pt>
                <c:pt idx="3010">
                  <c:v>105301.35047499773</c:v>
                </c:pt>
                <c:pt idx="3011">
                  <c:v>105380.26517834395</c:v>
                </c:pt>
                <c:pt idx="3012">
                  <c:v>105459.1782931748</c:v>
                </c:pt>
                <c:pt idx="3013">
                  <c:v>105459.1782931748</c:v>
                </c:pt>
                <c:pt idx="3014">
                  <c:v>105459.1782931748</c:v>
                </c:pt>
                <c:pt idx="3015">
                  <c:v>105459.1782931748</c:v>
                </c:pt>
                <c:pt idx="3016">
                  <c:v>105535.88552374726</c:v>
                </c:pt>
                <c:pt idx="3017">
                  <c:v>105684.31784740723</c:v>
                </c:pt>
                <c:pt idx="3018">
                  <c:v>105832.75017106721</c:v>
                </c:pt>
                <c:pt idx="3019">
                  <c:v>105832.75017106721</c:v>
                </c:pt>
                <c:pt idx="3020">
                  <c:v>105832.75017106721</c:v>
                </c:pt>
                <c:pt idx="3021">
                  <c:v>105832.75017106721</c:v>
                </c:pt>
                <c:pt idx="3022">
                  <c:v>105975.51474118455</c:v>
                </c:pt>
                <c:pt idx="3023">
                  <c:v>106076.98294062116</c:v>
                </c:pt>
                <c:pt idx="3024">
                  <c:v>106163.31022916402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(all purchases)</c:v>
                </c:pt>
              </c:strCache>
            </c:strRef>
          </c:tx>
          <c:spPr>
            <a:ln w="25400">
              <a:solidFill>
                <a:srgbClr val="7D8590"/>
              </a:solidFill>
            </a:ln>
          </c:spPr>
          <c:marker>
            <c:symbol val="none"/>
            <c:spPr>
              <a:solidFill>
                <a:srgbClr val="7D8590"/>
              </a:solidFill>
            </c:spPr>
          </c:marker>
          <c:cat>
            <c:strRef>
              <c:f>Sheet1!$A$2:$A$3026</c:f>
              <c:strCache>
                <c:ptCount val="3025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>302</c:v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>604</c:v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/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/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>906</c:v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/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/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  <c:pt idx="1106">
                  <c:v/>
                </c:pt>
                <c:pt idx="1107">
                  <c:v/>
                </c:pt>
                <c:pt idx="1108">
                  <c:v/>
                </c:pt>
                <c:pt idx="1109">
                  <c:v/>
                </c:pt>
                <c:pt idx="1110">
                  <c:v/>
                </c:pt>
                <c:pt idx="1111">
                  <c:v/>
                </c:pt>
                <c:pt idx="1112">
                  <c:v/>
                </c:pt>
                <c:pt idx="1113">
                  <c:v/>
                </c:pt>
                <c:pt idx="1114">
                  <c:v/>
                </c:pt>
                <c:pt idx="1115">
                  <c:v/>
                </c:pt>
                <c:pt idx="1116">
                  <c:v/>
                </c:pt>
                <c:pt idx="1117">
                  <c:v/>
                </c:pt>
                <c:pt idx="1118">
                  <c:v/>
                </c:pt>
                <c:pt idx="1119">
                  <c:v/>
                </c:pt>
                <c:pt idx="1120">
                  <c:v/>
                </c:pt>
                <c:pt idx="1121">
                  <c:v/>
                </c:pt>
                <c:pt idx="1122">
                  <c:v/>
                </c:pt>
                <c:pt idx="1123">
                  <c:v/>
                </c:pt>
                <c:pt idx="1124">
                  <c:v/>
                </c:pt>
                <c:pt idx="1125">
                  <c:v/>
                </c:pt>
                <c:pt idx="1126">
                  <c:v/>
                </c:pt>
                <c:pt idx="1127">
                  <c:v/>
                </c:pt>
                <c:pt idx="1128">
                  <c:v/>
                </c:pt>
                <c:pt idx="1129">
                  <c:v/>
                </c:pt>
                <c:pt idx="1130">
                  <c:v/>
                </c:pt>
                <c:pt idx="1131">
                  <c:v/>
                </c:pt>
                <c:pt idx="1132">
                  <c:v/>
                </c:pt>
                <c:pt idx="1133">
                  <c:v/>
                </c:pt>
                <c:pt idx="1134">
                  <c:v/>
                </c:pt>
                <c:pt idx="1135">
                  <c:v/>
                </c:pt>
                <c:pt idx="1136">
                  <c:v/>
                </c:pt>
                <c:pt idx="1137">
                  <c:v/>
                </c:pt>
                <c:pt idx="1138">
                  <c:v/>
                </c:pt>
                <c:pt idx="1139">
                  <c:v/>
                </c:pt>
                <c:pt idx="1140">
                  <c:v/>
                </c:pt>
                <c:pt idx="1141">
                  <c:v/>
                </c:pt>
                <c:pt idx="1142">
                  <c:v/>
                </c:pt>
                <c:pt idx="1143">
                  <c:v/>
                </c:pt>
                <c:pt idx="1144">
                  <c:v/>
                </c:pt>
                <c:pt idx="1145">
                  <c:v/>
                </c:pt>
                <c:pt idx="1146">
                  <c:v/>
                </c:pt>
                <c:pt idx="1147">
                  <c:v/>
                </c:pt>
                <c:pt idx="1148">
                  <c:v/>
                </c:pt>
                <c:pt idx="1149">
                  <c:v/>
                </c:pt>
                <c:pt idx="1150">
                  <c:v/>
                </c:pt>
                <c:pt idx="1151">
                  <c:v/>
                </c:pt>
                <c:pt idx="1152">
                  <c:v/>
                </c:pt>
                <c:pt idx="1153">
                  <c:v/>
                </c:pt>
                <c:pt idx="1154">
                  <c:v/>
                </c:pt>
                <c:pt idx="1155">
                  <c:v/>
                </c:pt>
                <c:pt idx="1156">
                  <c:v/>
                </c:pt>
                <c:pt idx="1157">
                  <c:v/>
                </c:pt>
                <c:pt idx="1158">
                  <c:v/>
                </c:pt>
                <c:pt idx="1159">
                  <c:v/>
                </c:pt>
                <c:pt idx="1160">
                  <c:v/>
                </c:pt>
                <c:pt idx="1161">
                  <c:v/>
                </c:pt>
                <c:pt idx="1162">
                  <c:v/>
                </c:pt>
                <c:pt idx="1163">
                  <c:v/>
                </c:pt>
                <c:pt idx="1164">
                  <c:v/>
                </c:pt>
                <c:pt idx="1165">
                  <c:v/>
                </c:pt>
                <c:pt idx="1166">
                  <c:v/>
                </c:pt>
                <c:pt idx="1167">
                  <c:v/>
                </c:pt>
                <c:pt idx="1168">
                  <c:v/>
                </c:pt>
                <c:pt idx="1169">
                  <c:v/>
                </c:pt>
                <c:pt idx="1170">
                  <c:v/>
                </c:pt>
                <c:pt idx="1171">
                  <c:v/>
                </c:pt>
                <c:pt idx="1172">
                  <c:v/>
                </c:pt>
                <c:pt idx="1173">
                  <c:v/>
                </c:pt>
                <c:pt idx="1174">
                  <c:v/>
                </c:pt>
                <c:pt idx="1175">
                  <c:v/>
                </c:pt>
                <c:pt idx="1176">
                  <c:v/>
                </c:pt>
                <c:pt idx="1177">
                  <c:v/>
                </c:pt>
                <c:pt idx="1178">
                  <c:v/>
                </c:pt>
                <c:pt idx="1179">
                  <c:v/>
                </c:pt>
                <c:pt idx="1180">
                  <c:v/>
                </c:pt>
                <c:pt idx="1181">
                  <c:v/>
                </c:pt>
                <c:pt idx="1182">
                  <c:v/>
                </c:pt>
                <c:pt idx="1183">
                  <c:v/>
                </c:pt>
                <c:pt idx="1184">
                  <c:v/>
                </c:pt>
                <c:pt idx="1185">
                  <c:v/>
                </c:pt>
                <c:pt idx="1186">
                  <c:v/>
                </c:pt>
                <c:pt idx="1187">
                  <c:v/>
                </c:pt>
                <c:pt idx="1188">
                  <c:v/>
                </c:pt>
                <c:pt idx="1189">
                  <c:v/>
                </c:pt>
                <c:pt idx="1190">
                  <c:v/>
                </c:pt>
                <c:pt idx="1191">
                  <c:v/>
                </c:pt>
                <c:pt idx="1192">
                  <c:v/>
                </c:pt>
                <c:pt idx="1193">
                  <c:v/>
                </c:pt>
                <c:pt idx="1194">
                  <c:v/>
                </c:pt>
                <c:pt idx="1195">
                  <c:v/>
                </c:pt>
                <c:pt idx="1196">
                  <c:v/>
                </c:pt>
                <c:pt idx="1197">
                  <c:v/>
                </c:pt>
                <c:pt idx="1198">
                  <c:v/>
                </c:pt>
                <c:pt idx="1199">
                  <c:v/>
                </c:pt>
                <c:pt idx="1200">
                  <c:v/>
                </c:pt>
                <c:pt idx="1201">
                  <c:v/>
                </c:pt>
                <c:pt idx="1202">
                  <c:v/>
                </c:pt>
                <c:pt idx="1203">
                  <c:v/>
                </c:pt>
                <c:pt idx="1204">
                  <c:v/>
                </c:pt>
                <c:pt idx="1205">
                  <c:v/>
                </c:pt>
                <c:pt idx="1206">
                  <c:v/>
                </c:pt>
                <c:pt idx="1207">
                  <c:v/>
                </c:pt>
                <c:pt idx="1208">
                  <c:v>1208</c:v>
                </c:pt>
                <c:pt idx="1209">
                  <c:v/>
                </c:pt>
                <c:pt idx="1210">
                  <c:v/>
                </c:pt>
                <c:pt idx="1211">
                  <c:v/>
                </c:pt>
                <c:pt idx="1212">
                  <c:v/>
                </c:pt>
                <c:pt idx="1213">
                  <c:v/>
                </c:pt>
                <c:pt idx="1214">
                  <c:v/>
                </c:pt>
                <c:pt idx="1215">
                  <c:v/>
                </c:pt>
                <c:pt idx="1216">
                  <c:v/>
                </c:pt>
                <c:pt idx="1217">
                  <c:v/>
                </c:pt>
                <c:pt idx="1218">
                  <c:v/>
                </c:pt>
                <c:pt idx="1219">
                  <c:v/>
                </c:pt>
                <c:pt idx="1220">
                  <c:v/>
                </c:pt>
                <c:pt idx="1221">
                  <c:v/>
                </c:pt>
                <c:pt idx="1222">
                  <c:v/>
                </c:pt>
                <c:pt idx="1223">
                  <c:v/>
                </c:pt>
                <c:pt idx="1224">
                  <c:v/>
                </c:pt>
                <c:pt idx="1225">
                  <c:v/>
                </c:pt>
                <c:pt idx="1226">
                  <c:v/>
                </c:pt>
                <c:pt idx="1227">
                  <c:v/>
                </c:pt>
                <c:pt idx="1228">
                  <c:v/>
                </c:pt>
                <c:pt idx="1229">
                  <c:v/>
                </c:pt>
                <c:pt idx="1230">
                  <c:v/>
                </c:pt>
                <c:pt idx="1231">
                  <c:v/>
                </c:pt>
                <c:pt idx="1232">
                  <c:v/>
                </c:pt>
                <c:pt idx="1233">
                  <c:v/>
                </c:pt>
                <c:pt idx="1234">
                  <c:v/>
                </c:pt>
                <c:pt idx="1235">
                  <c:v/>
                </c:pt>
                <c:pt idx="1236">
                  <c:v/>
                </c:pt>
                <c:pt idx="1237">
                  <c:v/>
                </c:pt>
                <c:pt idx="1238">
                  <c:v/>
                </c:pt>
                <c:pt idx="1239">
                  <c:v/>
                </c:pt>
                <c:pt idx="1240">
                  <c:v/>
                </c:pt>
                <c:pt idx="1241">
                  <c:v/>
                </c:pt>
                <c:pt idx="1242">
                  <c:v/>
                </c:pt>
                <c:pt idx="1243">
                  <c:v/>
                </c:pt>
                <c:pt idx="1244">
                  <c:v/>
                </c:pt>
                <c:pt idx="1245">
                  <c:v/>
                </c:pt>
                <c:pt idx="1246">
                  <c:v/>
                </c:pt>
                <c:pt idx="1247">
                  <c:v/>
                </c:pt>
                <c:pt idx="1248">
                  <c:v/>
                </c:pt>
                <c:pt idx="1249">
                  <c:v/>
                </c:pt>
                <c:pt idx="1250">
                  <c:v/>
                </c:pt>
                <c:pt idx="1251">
                  <c:v/>
                </c:pt>
                <c:pt idx="1252">
                  <c:v/>
                </c:pt>
                <c:pt idx="1253">
                  <c:v/>
                </c:pt>
                <c:pt idx="1254">
                  <c:v/>
                </c:pt>
                <c:pt idx="1255">
                  <c:v/>
                </c:pt>
                <c:pt idx="1256">
                  <c:v/>
                </c:pt>
                <c:pt idx="1257">
                  <c:v/>
                </c:pt>
                <c:pt idx="1258">
                  <c:v/>
                </c:pt>
                <c:pt idx="1259">
                  <c:v/>
                </c:pt>
                <c:pt idx="1260">
                  <c:v/>
                </c:pt>
                <c:pt idx="1261">
                  <c:v/>
                </c:pt>
                <c:pt idx="1262">
                  <c:v/>
                </c:pt>
                <c:pt idx="1263">
                  <c:v/>
                </c:pt>
                <c:pt idx="1264">
                  <c:v/>
                </c:pt>
                <c:pt idx="1265">
                  <c:v/>
                </c:pt>
                <c:pt idx="1266">
                  <c:v/>
                </c:pt>
                <c:pt idx="1267">
                  <c:v/>
                </c:pt>
                <c:pt idx="1268">
                  <c:v/>
                </c:pt>
                <c:pt idx="1269">
                  <c:v/>
                </c:pt>
                <c:pt idx="1270">
                  <c:v/>
                </c:pt>
                <c:pt idx="1271">
                  <c:v/>
                </c:pt>
                <c:pt idx="1272">
                  <c:v/>
                </c:pt>
                <c:pt idx="1273">
                  <c:v/>
                </c:pt>
                <c:pt idx="1274">
                  <c:v/>
                </c:pt>
                <c:pt idx="1275">
                  <c:v/>
                </c:pt>
                <c:pt idx="1276">
                  <c:v/>
                </c:pt>
                <c:pt idx="1277">
                  <c:v/>
                </c:pt>
                <c:pt idx="1278">
                  <c:v/>
                </c:pt>
                <c:pt idx="1279">
                  <c:v/>
                </c:pt>
                <c:pt idx="1280">
                  <c:v/>
                </c:pt>
                <c:pt idx="1281">
                  <c:v/>
                </c:pt>
                <c:pt idx="1282">
                  <c:v/>
                </c:pt>
                <c:pt idx="1283">
                  <c:v/>
                </c:pt>
                <c:pt idx="1284">
                  <c:v/>
                </c:pt>
                <c:pt idx="1285">
                  <c:v/>
                </c:pt>
                <c:pt idx="1286">
                  <c:v/>
                </c:pt>
                <c:pt idx="1287">
                  <c:v/>
                </c:pt>
                <c:pt idx="1288">
                  <c:v/>
                </c:pt>
                <c:pt idx="1289">
                  <c:v/>
                </c:pt>
                <c:pt idx="1290">
                  <c:v/>
                </c:pt>
                <c:pt idx="1291">
                  <c:v/>
                </c:pt>
                <c:pt idx="1292">
                  <c:v/>
                </c:pt>
                <c:pt idx="1293">
                  <c:v/>
                </c:pt>
                <c:pt idx="1294">
                  <c:v/>
                </c:pt>
                <c:pt idx="1295">
                  <c:v/>
                </c:pt>
                <c:pt idx="1296">
                  <c:v/>
                </c:pt>
                <c:pt idx="1297">
                  <c:v/>
                </c:pt>
                <c:pt idx="1298">
                  <c:v/>
                </c:pt>
                <c:pt idx="1299">
                  <c:v/>
                </c:pt>
                <c:pt idx="1300">
                  <c:v/>
                </c:pt>
                <c:pt idx="1301">
                  <c:v/>
                </c:pt>
                <c:pt idx="1302">
                  <c:v/>
                </c:pt>
                <c:pt idx="1303">
                  <c:v/>
                </c:pt>
                <c:pt idx="1304">
                  <c:v/>
                </c:pt>
                <c:pt idx="1305">
                  <c:v/>
                </c:pt>
                <c:pt idx="1306">
                  <c:v/>
                </c:pt>
                <c:pt idx="1307">
                  <c:v/>
                </c:pt>
                <c:pt idx="1308">
                  <c:v/>
                </c:pt>
                <c:pt idx="1309">
                  <c:v/>
                </c:pt>
                <c:pt idx="1310">
                  <c:v/>
                </c:pt>
                <c:pt idx="1311">
                  <c:v/>
                </c:pt>
                <c:pt idx="1312">
                  <c:v/>
                </c:pt>
                <c:pt idx="1313">
                  <c:v/>
                </c:pt>
                <c:pt idx="1314">
                  <c:v/>
                </c:pt>
                <c:pt idx="1315">
                  <c:v/>
                </c:pt>
                <c:pt idx="1316">
                  <c:v/>
                </c:pt>
                <c:pt idx="1317">
                  <c:v/>
                </c:pt>
                <c:pt idx="1318">
                  <c:v/>
                </c:pt>
                <c:pt idx="1319">
                  <c:v/>
                </c:pt>
                <c:pt idx="1320">
                  <c:v/>
                </c:pt>
                <c:pt idx="1321">
                  <c:v/>
                </c:pt>
                <c:pt idx="1322">
                  <c:v/>
                </c:pt>
                <c:pt idx="1323">
                  <c:v/>
                </c:pt>
                <c:pt idx="1324">
                  <c:v/>
                </c:pt>
                <c:pt idx="1325">
                  <c:v/>
                </c:pt>
                <c:pt idx="1326">
                  <c:v/>
                </c:pt>
                <c:pt idx="1327">
                  <c:v/>
                </c:pt>
                <c:pt idx="1328">
                  <c:v/>
                </c:pt>
                <c:pt idx="1329">
                  <c:v/>
                </c:pt>
                <c:pt idx="1330">
                  <c:v/>
                </c:pt>
                <c:pt idx="1331">
                  <c:v/>
                </c:pt>
                <c:pt idx="1332">
                  <c:v/>
                </c:pt>
                <c:pt idx="1333">
                  <c:v/>
                </c:pt>
                <c:pt idx="1334">
                  <c:v/>
                </c:pt>
                <c:pt idx="1335">
                  <c:v/>
                </c:pt>
                <c:pt idx="1336">
                  <c:v/>
                </c:pt>
                <c:pt idx="1337">
                  <c:v/>
                </c:pt>
                <c:pt idx="1338">
                  <c:v/>
                </c:pt>
                <c:pt idx="1339">
                  <c:v/>
                </c:pt>
                <c:pt idx="1340">
                  <c:v/>
                </c:pt>
                <c:pt idx="1341">
                  <c:v/>
                </c:pt>
                <c:pt idx="1342">
                  <c:v/>
                </c:pt>
                <c:pt idx="1343">
                  <c:v/>
                </c:pt>
                <c:pt idx="1344">
                  <c:v/>
                </c:pt>
                <c:pt idx="1345">
                  <c:v/>
                </c:pt>
                <c:pt idx="1346">
                  <c:v/>
                </c:pt>
                <c:pt idx="1347">
                  <c:v/>
                </c:pt>
                <c:pt idx="1348">
                  <c:v/>
                </c:pt>
                <c:pt idx="1349">
                  <c:v/>
                </c:pt>
                <c:pt idx="1350">
                  <c:v/>
                </c:pt>
                <c:pt idx="1351">
                  <c:v/>
                </c:pt>
                <c:pt idx="1352">
                  <c:v/>
                </c:pt>
                <c:pt idx="1353">
                  <c:v/>
                </c:pt>
                <c:pt idx="1354">
                  <c:v/>
                </c:pt>
                <c:pt idx="1355">
                  <c:v/>
                </c:pt>
                <c:pt idx="1356">
                  <c:v/>
                </c:pt>
                <c:pt idx="1357">
                  <c:v/>
                </c:pt>
                <c:pt idx="1358">
                  <c:v/>
                </c:pt>
                <c:pt idx="1359">
                  <c:v/>
                </c:pt>
                <c:pt idx="1360">
                  <c:v/>
                </c:pt>
                <c:pt idx="1361">
                  <c:v/>
                </c:pt>
                <c:pt idx="1362">
                  <c:v/>
                </c:pt>
                <c:pt idx="1363">
                  <c:v/>
                </c:pt>
                <c:pt idx="1364">
                  <c:v/>
                </c:pt>
                <c:pt idx="1365">
                  <c:v/>
                </c:pt>
                <c:pt idx="1366">
                  <c:v/>
                </c:pt>
                <c:pt idx="1367">
                  <c:v/>
                </c:pt>
                <c:pt idx="1368">
                  <c:v/>
                </c:pt>
                <c:pt idx="1369">
                  <c:v/>
                </c:pt>
                <c:pt idx="1370">
                  <c:v/>
                </c:pt>
                <c:pt idx="1371">
                  <c:v/>
                </c:pt>
                <c:pt idx="1372">
                  <c:v/>
                </c:pt>
                <c:pt idx="1373">
                  <c:v/>
                </c:pt>
                <c:pt idx="1374">
                  <c:v/>
                </c:pt>
                <c:pt idx="1375">
                  <c:v/>
                </c:pt>
                <c:pt idx="1376">
                  <c:v/>
                </c:pt>
                <c:pt idx="1377">
                  <c:v/>
                </c:pt>
                <c:pt idx="1378">
                  <c:v/>
                </c:pt>
                <c:pt idx="1379">
                  <c:v/>
                </c:pt>
                <c:pt idx="1380">
                  <c:v/>
                </c:pt>
                <c:pt idx="1381">
                  <c:v/>
                </c:pt>
                <c:pt idx="1382">
                  <c:v/>
                </c:pt>
                <c:pt idx="1383">
                  <c:v/>
                </c:pt>
                <c:pt idx="1384">
                  <c:v/>
                </c:pt>
                <c:pt idx="1385">
                  <c:v/>
                </c:pt>
                <c:pt idx="1386">
                  <c:v/>
                </c:pt>
                <c:pt idx="1387">
                  <c:v/>
                </c:pt>
                <c:pt idx="1388">
                  <c:v/>
                </c:pt>
                <c:pt idx="1389">
                  <c:v/>
                </c:pt>
                <c:pt idx="1390">
                  <c:v/>
                </c:pt>
                <c:pt idx="1391">
                  <c:v/>
                </c:pt>
                <c:pt idx="1392">
                  <c:v/>
                </c:pt>
                <c:pt idx="1393">
                  <c:v/>
                </c:pt>
                <c:pt idx="1394">
                  <c:v/>
                </c:pt>
                <c:pt idx="1395">
                  <c:v/>
                </c:pt>
                <c:pt idx="1396">
                  <c:v/>
                </c:pt>
                <c:pt idx="1397">
                  <c:v/>
                </c:pt>
                <c:pt idx="1398">
                  <c:v/>
                </c:pt>
                <c:pt idx="1399">
                  <c:v/>
                </c:pt>
                <c:pt idx="1400">
                  <c:v/>
                </c:pt>
                <c:pt idx="1401">
                  <c:v/>
                </c:pt>
                <c:pt idx="1402">
                  <c:v/>
                </c:pt>
                <c:pt idx="1403">
                  <c:v/>
                </c:pt>
                <c:pt idx="1404">
                  <c:v/>
                </c:pt>
                <c:pt idx="1405">
                  <c:v/>
                </c:pt>
                <c:pt idx="1406">
                  <c:v/>
                </c:pt>
                <c:pt idx="1407">
                  <c:v/>
                </c:pt>
                <c:pt idx="1408">
                  <c:v/>
                </c:pt>
                <c:pt idx="1409">
                  <c:v/>
                </c:pt>
                <c:pt idx="1410">
                  <c:v/>
                </c:pt>
                <c:pt idx="1411">
                  <c:v/>
                </c:pt>
                <c:pt idx="1412">
                  <c:v/>
                </c:pt>
                <c:pt idx="1413">
                  <c:v/>
                </c:pt>
                <c:pt idx="1414">
                  <c:v/>
                </c:pt>
                <c:pt idx="1415">
                  <c:v/>
                </c:pt>
                <c:pt idx="1416">
                  <c:v/>
                </c:pt>
                <c:pt idx="1417">
                  <c:v/>
                </c:pt>
                <c:pt idx="1418">
                  <c:v/>
                </c:pt>
                <c:pt idx="1419">
                  <c:v/>
                </c:pt>
                <c:pt idx="1420">
                  <c:v/>
                </c:pt>
                <c:pt idx="1421">
                  <c:v/>
                </c:pt>
                <c:pt idx="1422">
                  <c:v/>
                </c:pt>
                <c:pt idx="1423">
                  <c:v/>
                </c:pt>
                <c:pt idx="1424">
                  <c:v/>
                </c:pt>
                <c:pt idx="1425">
                  <c:v/>
                </c:pt>
                <c:pt idx="1426">
                  <c:v/>
                </c:pt>
                <c:pt idx="1427">
                  <c:v/>
                </c:pt>
                <c:pt idx="1428">
                  <c:v/>
                </c:pt>
                <c:pt idx="1429">
                  <c:v/>
                </c:pt>
                <c:pt idx="1430">
                  <c:v/>
                </c:pt>
                <c:pt idx="1431">
                  <c:v/>
                </c:pt>
                <c:pt idx="1432">
                  <c:v/>
                </c:pt>
                <c:pt idx="1433">
                  <c:v/>
                </c:pt>
                <c:pt idx="1434">
                  <c:v/>
                </c:pt>
                <c:pt idx="1435">
                  <c:v/>
                </c:pt>
                <c:pt idx="1436">
                  <c:v/>
                </c:pt>
                <c:pt idx="1437">
                  <c:v/>
                </c:pt>
                <c:pt idx="1438">
                  <c:v/>
                </c:pt>
                <c:pt idx="1439">
                  <c:v/>
                </c:pt>
                <c:pt idx="1440">
                  <c:v/>
                </c:pt>
                <c:pt idx="1441">
                  <c:v/>
                </c:pt>
                <c:pt idx="1442">
                  <c:v/>
                </c:pt>
                <c:pt idx="1443">
                  <c:v/>
                </c:pt>
                <c:pt idx="1444">
                  <c:v/>
                </c:pt>
                <c:pt idx="1445">
                  <c:v/>
                </c:pt>
                <c:pt idx="1446">
                  <c:v/>
                </c:pt>
                <c:pt idx="1447">
                  <c:v/>
                </c:pt>
                <c:pt idx="1448">
                  <c:v/>
                </c:pt>
                <c:pt idx="1449">
                  <c:v/>
                </c:pt>
                <c:pt idx="1450">
                  <c:v/>
                </c:pt>
                <c:pt idx="1451">
                  <c:v/>
                </c:pt>
                <c:pt idx="1452">
                  <c:v/>
                </c:pt>
                <c:pt idx="1453">
                  <c:v/>
                </c:pt>
                <c:pt idx="1454">
                  <c:v/>
                </c:pt>
                <c:pt idx="1455">
                  <c:v/>
                </c:pt>
                <c:pt idx="1456">
                  <c:v/>
                </c:pt>
                <c:pt idx="1457">
                  <c:v/>
                </c:pt>
                <c:pt idx="1458">
                  <c:v/>
                </c:pt>
                <c:pt idx="1459">
                  <c:v/>
                </c:pt>
                <c:pt idx="1460">
                  <c:v/>
                </c:pt>
                <c:pt idx="1461">
                  <c:v/>
                </c:pt>
                <c:pt idx="1462">
                  <c:v/>
                </c:pt>
                <c:pt idx="1463">
                  <c:v/>
                </c:pt>
                <c:pt idx="1464">
                  <c:v/>
                </c:pt>
                <c:pt idx="1465">
                  <c:v/>
                </c:pt>
                <c:pt idx="1466">
                  <c:v/>
                </c:pt>
                <c:pt idx="1467">
                  <c:v/>
                </c:pt>
                <c:pt idx="1468">
                  <c:v/>
                </c:pt>
                <c:pt idx="1469">
                  <c:v/>
                </c:pt>
                <c:pt idx="1470">
                  <c:v/>
                </c:pt>
                <c:pt idx="1471">
                  <c:v/>
                </c:pt>
                <c:pt idx="1472">
                  <c:v/>
                </c:pt>
                <c:pt idx="1473">
                  <c:v/>
                </c:pt>
                <c:pt idx="1474">
                  <c:v/>
                </c:pt>
                <c:pt idx="1475">
                  <c:v/>
                </c:pt>
                <c:pt idx="1476">
                  <c:v/>
                </c:pt>
                <c:pt idx="1477">
                  <c:v/>
                </c:pt>
                <c:pt idx="1478">
                  <c:v/>
                </c:pt>
                <c:pt idx="1479">
                  <c:v/>
                </c:pt>
                <c:pt idx="1480">
                  <c:v/>
                </c:pt>
                <c:pt idx="1481">
                  <c:v/>
                </c:pt>
                <c:pt idx="1482">
                  <c:v/>
                </c:pt>
                <c:pt idx="1483">
                  <c:v/>
                </c:pt>
                <c:pt idx="1484">
                  <c:v/>
                </c:pt>
                <c:pt idx="1485">
                  <c:v/>
                </c:pt>
                <c:pt idx="1486">
                  <c:v/>
                </c:pt>
                <c:pt idx="1487">
                  <c:v/>
                </c:pt>
                <c:pt idx="1488">
                  <c:v/>
                </c:pt>
                <c:pt idx="1489">
                  <c:v/>
                </c:pt>
                <c:pt idx="1490">
                  <c:v/>
                </c:pt>
                <c:pt idx="1491">
                  <c:v/>
                </c:pt>
                <c:pt idx="1492">
                  <c:v/>
                </c:pt>
                <c:pt idx="1493">
                  <c:v/>
                </c:pt>
                <c:pt idx="1494">
                  <c:v/>
                </c:pt>
                <c:pt idx="1495">
                  <c:v/>
                </c:pt>
                <c:pt idx="1496">
                  <c:v/>
                </c:pt>
                <c:pt idx="1497">
                  <c:v/>
                </c:pt>
                <c:pt idx="1498">
                  <c:v/>
                </c:pt>
                <c:pt idx="1499">
                  <c:v/>
                </c:pt>
                <c:pt idx="1500">
                  <c:v/>
                </c:pt>
                <c:pt idx="1501">
                  <c:v/>
                </c:pt>
                <c:pt idx="1502">
                  <c:v/>
                </c:pt>
                <c:pt idx="1503">
                  <c:v/>
                </c:pt>
                <c:pt idx="1504">
                  <c:v/>
                </c:pt>
                <c:pt idx="1505">
                  <c:v/>
                </c:pt>
                <c:pt idx="1506">
                  <c:v/>
                </c:pt>
                <c:pt idx="1507">
                  <c:v/>
                </c:pt>
                <c:pt idx="1508">
                  <c:v/>
                </c:pt>
                <c:pt idx="1509">
                  <c:v/>
                </c:pt>
                <c:pt idx="1510">
                  <c:v>1510</c:v>
                </c:pt>
                <c:pt idx="1511">
                  <c:v/>
                </c:pt>
                <c:pt idx="1512">
                  <c:v/>
                </c:pt>
                <c:pt idx="1513">
                  <c:v/>
                </c:pt>
                <c:pt idx="1514">
                  <c:v/>
                </c:pt>
                <c:pt idx="1515">
                  <c:v/>
                </c:pt>
                <c:pt idx="1516">
                  <c:v/>
                </c:pt>
                <c:pt idx="1517">
                  <c:v/>
                </c:pt>
                <c:pt idx="1518">
                  <c:v/>
                </c:pt>
                <c:pt idx="1519">
                  <c:v/>
                </c:pt>
                <c:pt idx="1520">
                  <c:v/>
                </c:pt>
                <c:pt idx="1521">
                  <c:v/>
                </c:pt>
                <c:pt idx="1522">
                  <c:v/>
                </c:pt>
                <c:pt idx="1523">
                  <c:v/>
                </c:pt>
                <c:pt idx="1524">
                  <c:v/>
                </c:pt>
                <c:pt idx="1525">
                  <c:v/>
                </c:pt>
                <c:pt idx="1526">
                  <c:v/>
                </c:pt>
                <c:pt idx="1527">
                  <c:v/>
                </c:pt>
                <c:pt idx="1528">
                  <c:v/>
                </c:pt>
                <c:pt idx="1529">
                  <c:v/>
                </c:pt>
                <c:pt idx="1530">
                  <c:v/>
                </c:pt>
                <c:pt idx="1531">
                  <c:v/>
                </c:pt>
                <c:pt idx="1532">
                  <c:v/>
                </c:pt>
                <c:pt idx="1533">
                  <c:v/>
                </c:pt>
                <c:pt idx="1534">
                  <c:v/>
                </c:pt>
                <c:pt idx="1535">
                  <c:v/>
                </c:pt>
                <c:pt idx="1536">
                  <c:v/>
                </c:pt>
                <c:pt idx="1537">
                  <c:v/>
                </c:pt>
                <c:pt idx="1538">
                  <c:v/>
                </c:pt>
                <c:pt idx="1539">
                  <c:v/>
                </c:pt>
                <c:pt idx="1540">
                  <c:v/>
                </c:pt>
                <c:pt idx="1541">
                  <c:v/>
                </c:pt>
                <c:pt idx="1542">
                  <c:v/>
                </c:pt>
                <c:pt idx="1543">
                  <c:v/>
                </c:pt>
                <c:pt idx="1544">
                  <c:v/>
                </c:pt>
                <c:pt idx="1545">
                  <c:v/>
                </c:pt>
                <c:pt idx="1546">
                  <c:v/>
                </c:pt>
                <c:pt idx="1547">
                  <c:v/>
                </c:pt>
                <c:pt idx="1548">
                  <c:v/>
                </c:pt>
                <c:pt idx="1549">
                  <c:v/>
                </c:pt>
                <c:pt idx="1550">
                  <c:v/>
                </c:pt>
                <c:pt idx="1551">
                  <c:v/>
                </c:pt>
                <c:pt idx="1552">
                  <c:v/>
                </c:pt>
                <c:pt idx="1553">
                  <c:v/>
                </c:pt>
                <c:pt idx="1554">
                  <c:v/>
                </c:pt>
                <c:pt idx="1555">
                  <c:v/>
                </c:pt>
                <c:pt idx="1556">
                  <c:v/>
                </c:pt>
                <c:pt idx="1557">
                  <c:v/>
                </c:pt>
                <c:pt idx="1558">
                  <c:v/>
                </c:pt>
                <c:pt idx="1559">
                  <c:v/>
                </c:pt>
                <c:pt idx="1560">
                  <c:v/>
                </c:pt>
                <c:pt idx="1561">
                  <c:v/>
                </c:pt>
                <c:pt idx="1562">
                  <c:v/>
                </c:pt>
                <c:pt idx="1563">
                  <c:v/>
                </c:pt>
                <c:pt idx="1564">
                  <c:v/>
                </c:pt>
                <c:pt idx="1565">
                  <c:v/>
                </c:pt>
                <c:pt idx="1566">
                  <c:v/>
                </c:pt>
                <c:pt idx="1567">
                  <c:v/>
                </c:pt>
                <c:pt idx="1568">
                  <c:v/>
                </c:pt>
                <c:pt idx="1569">
                  <c:v/>
                </c:pt>
                <c:pt idx="1570">
                  <c:v/>
                </c:pt>
                <c:pt idx="1571">
                  <c:v/>
                </c:pt>
                <c:pt idx="1572">
                  <c:v/>
                </c:pt>
                <c:pt idx="1573">
                  <c:v/>
                </c:pt>
                <c:pt idx="1574">
                  <c:v/>
                </c:pt>
                <c:pt idx="1575">
                  <c:v/>
                </c:pt>
                <c:pt idx="1576">
                  <c:v/>
                </c:pt>
                <c:pt idx="1577">
                  <c:v/>
                </c:pt>
                <c:pt idx="1578">
                  <c:v/>
                </c:pt>
                <c:pt idx="1579">
                  <c:v/>
                </c:pt>
                <c:pt idx="1580">
                  <c:v/>
                </c:pt>
                <c:pt idx="1581">
                  <c:v/>
                </c:pt>
                <c:pt idx="1582">
                  <c:v/>
                </c:pt>
                <c:pt idx="1583">
                  <c:v/>
                </c:pt>
                <c:pt idx="1584">
                  <c:v/>
                </c:pt>
                <c:pt idx="1585">
                  <c:v/>
                </c:pt>
                <c:pt idx="1586">
                  <c:v/>
                </c:pt>
                <c:pt idx="1587">
                  <c:v/>
                </c:pt>
                <c:pt idx="1588">
                  <c:v/>
                </c:pt>
                <c:pt idx="1589">
                  <c:v/>
                </c:pt>
                <c:pt idx="1590">
                  <c:v/>
                </c:pt>
                <c:pt idx="1591">
                  <c:v/>
                </c:pt>
                <c:pt idx="1592">
                  <c:v/>
                </c:pt>
                <c:pt idx="1593">
                  <c:v/>
                </c:pt>
                <c:pt idx="1594">
                  <c:v/>
                </c:pt>
                <c:pt idx="1595">
                  <c:v/>
                </c:pt>
                <c:pt idx="1596">
                  <c:v/>
                </c:pt>
                <c:pt idx="1597">
                  <c:v/>
                </c:pt>
                <c:pt idx="1598">
                  <c:v/>
                </c:pt>
                <c:pt idx="1599">
                  <c:v/>
                </c:pt>
                <c:pt idx="1600">
                  <c:v/>
                </c:pt>
                <c:pt idx="1601">
                  <c:v/>
                </c:pt>
                <c:pt idx="1602">
                  <c:v/>
                </c:pt>
                <c:pt idx="1603">
                  <c:v/>
                </c:pt>
                <c:pt idx="1604">
                  <c:v/>
                </c:pt>
                <c:pt idx="1605">
                  <c:v/>
                </c:pt>
                <c:pt idx="1606">
                  <c:v/>
                </c:pt>
                <c:pt idx="1607">
                  <c:v/>
                </c:pt>
                <c:pt idx="1608">
                  <c:v/>
                </c:pt>
                <c:pt idx="1609">
                  <c:v/>
                </c:pt>
                <c:pt idx="1610">
                  <c:v/>
                </c:pt>
                <c:pt idx="1611">
                  <c:v/>
                </c:pt>
                <c:pt idx="1612">
                  <c:v/>
                </c:pt>
                <c:pt idx="1613">
                  <c:v/>
                </c:pt>
                <c:pt idx="1614">
                  <c:v/>
                </c:pt>
                <c:pt idx="1615">
                  <c:v/>
                </c:pt>
                <c:pt idx="1616">
                  <c:v/>
                </c:pt>
                <c:pt idx="1617">
                  <c:v/>
                </c:pt>
                <c:pt idx="1618">
                  <c:v/>
                </c:pt>
                <c:pt idx="1619">
                  <c:v/>
                </c:pt>
                <c:pt idx="1620">
                  <c:v/>
                </c:pt>
                <c:pt idx="1621">
                  <c:v/>
                </c:pt>
                <c:pt idx="1622">
                  <c:v/>
                </c:pt>
                <c:pt idx="1623">
                  <c:v/>
                </c:pt>
                <c:pt idx="1624">
                  <c:v/>
                </c:pt>
                <c:pt idx="1625">
                  <c:v/>
                </c:pt>
                <c:pt idx="1626">
                  <c:v/>
                </c:pt>
                <c:pt idx="1627">
                  <c:v/>
                </c:pt>
                <c:pt idx="1628">
                  <c:v/>
                </c:pt>
                <c:pt idx="1629">
                  <c:v/>
                </c:pt>
                <c:pt idx="1630">
                  <c:v/>
                </c:pt>
                <c:pt idx="1631">
                  <c:v/>
                </c:pt>
                <c:pt idx="1632">
                  <c:v/>
                </c:pt>
                <c:pt idx="1633">
                  <c:v/>
                </c:pt>
                <c:pt idx="1634">
                  <c:v/>
                </c:pt>
                <c:pt idx="1635">
                  <c:v/>
                </c:pt>
                <c:pt idx="1636">
                  <c:v/>
                </c:pt>
                <c:pt idx="1637">
                  <c:v/>
                </c:pt>
                <c:pt idx="1638">
                  <c:v/>
                </c:pt>
                <c:pt idx="1639">
                  <c:v/>
                </c:pt>
                <c:pt idx="1640">
                  <c:v/>
                </c:pt>
                <c:pt idx="1641">
                  <c:v/>
                </c:pt>
                <c:pt idx="1642">
                  <c:v/>
                </c:pt>
                <c:pt idx="1643">
                  <c:v/>
                </c:pt>
                <c:pt idx="1644">
                  <c:v/>
                </c:pt>
                <c:pt idx="1645">
                  <c:v/>
                </c:pt>
                <c:pt idx="1646">
                  <c:v/>
                </c:pt>
                <c:pt idx="1647">
                  <c:v/>
                </c:pt>
                <c:pt idx="1648">
                  <c:v/>
                </c:pt>
                <c:pt idx="1649">
                  <c:v/>
                </c:pt>
                <c:pt idx="1650">
                  <c:v/>
                </c:pt>
                <c:pt idx="1651">
                  <c:v/>
                </c:pt>
                <c:pt idx="1652">
                  <c:v/>
                </c:pt>
                <c:pt idx="1653">
                  <c:v/>
                </c:pt>
                <c:pt idx="1654">
                  <c:v/>
                </c:pt>
                <c:pt idx="1655">
                  <c:v/>
                </c:pt>
                <c:pt idx="1656">
                  <c:v/>
                </c:pt>
                <c:pt idx="1657">
                  <c:v/>
                </c:pt>
                <c:pt idx="1658">
                  <c:v/>
                </c:pt>
                <c:pt idx="1659">
                  <c:v/>
                </c:pt>
                <c:pt idx="1660">
                  <c:v/>
                </c:pt>
                <c:pt idx="1661">
                  <c:v/>
                </c:pt>
                <c:pt idx="1662">
                  <c:v/>
                </c:pt>
                <c:pt idx="1663">
                  <c:v/>
                </c:pt>
                <c:pt idx="1664">
                  <c:v/>
                </c:pt>
                <c:pt idx="1665">
                  <c:v/>
                </c:pt>
                <c:pt idx="1666">
                  <c:v/>
                </c:pt>
                <c:pt idx="1667">
                  <c:v/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>1812</c:v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>2114</c:v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>2416</c:v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>2718</c:v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>3020</c:v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</c:strCache>
            </c:strRef>
          </c:cat>
          <c:val>
            <c:numRef>
              <c:f>Sheet1!$C$2:$C$3026</c:f>
              <c:numCache>
                <c:formatCode>General</c:formatCode>
                <c:ptCount val="3025"/>
                <c:pt idx="0">
                  <c:v>114.11362745289031</c:v>
                </c:pt>
                <c:pt idx="1">
                  <c:v>168.2346321850204</c:v>
                </c:pt>
                <c:pt idx="2">
                  <c:v>303.0671626349843</c:v>
                </c:pt>
                <c:pt idx="3">
                  <c:v>382.0828360823055</c:v>
                </c:pt>
                <c:pt idx="4">
                  <c:v>461.0985095296267</c:v>
                </c:pt>
                <c:pt idx="5">
                  <c:v>573.5880987475214</c:v>
                </c:pt>
                <c:pt idx="6">
                  <c:v>683.6800060031254</c:v>
                </c:pt>
                <c:pt idx="7">
                  <c:v>779.1793961566228</c:v>
                </c:pt>
                <c:pt idx="8">
                  <c:v>869.5818255951204</c:v>
                </c:pt>
                <c:pt idx="9">
                  <c:v>980.7167313113058</c:v>
                </c:pt>
                <c:pt idx="10">
                  <c:v>1071.1191692024154</c:v>
                </c:pt>
                <c:pt idx="11">
                  <c:v>1200.744029689902</c:v>
                </c:pt>
                <c:pt idx="12">
                  <c:v>1320.2898216147742</c:v>
                </c:pt>
                <c:pt idx="13">
                  <c:v>1414.7277870942792</c:v>
                </c:pt>
                <c:pt idx="14">
                  <c:v>1484.639861927935</c:v>
                </c:pt>
                <c:pt idx="15">
                  <c:v>1592.000630654182</c:v>
                </c:pt>
                <c:pt idx="16">
                  <c:v>1694.5853556910129</c:v>
                </c:pt>
                <c:pt idx="17">
                  <c:v>1814.9196813496135</c:v>
                </c:pt>
                <c:pt idx="18">
                  <c:v>1919.143422101145</c:v>
                </c:pt>
                <c:pt idx="19">
                  <c:v>2049.5279978737167</c:v>
                </c:pt>
                <c:pt idx="20">
                  <c:v>2141.652052042763</c:v>
                </c:pt>
                <c:pt idx="21">
                  <c:v>2248.9618841673064</c:v>
                </c:pt>
                <c:pt idx="22">
                  <c:v>2372.8897174815925</c:v>
                </c:pt>
                <c:pt idx="23">
                  <c:v>2476.924315986619</c:v>
                </c:pt>
                <c:pt idx="24">
                  <c:v>2583.8791531058946</c:v>
                </c:pt>
                <c:pt idx="25">
                  <c:v>2713.5095980734786</c:v>
                </c:pt>
                <c:pt idx="26">
                  <c:v>2795.1366025126135</c:v>
                </c:pt>
                <c:pt idx="27">
                  <c:v>2898.7454044013275</c:v>
                </c:pt>
                <c:pt idx="28">
                  <c:v>3002.782915616125</c:v>
                </c:pt>
                <c:pt idx="29">
                  <c:v>3091.022752230357</c:v>
                </c:pt>
                <c:pt idx="30">
                  <c:v>3178.714174544087</c:v>
                </c:pt>
                <c:pt idx="31">
                  <c:v>3283.69713928204</c:v>
                </c:pt>
                <c:pt idx="32">
                  <c:v>3381.428608113148</c:v>
                </c:pt>
                <c:pt idx="33">
                  <c:v>3483.1285424671364</c:v>
                </c:pt>
                <c:pt idx="34">
                  <c:v>3582.168768212904</c:v>
                </c:pt>
                <c:pt idx="35">
                  <c:v>3695.1829213522537</c:v>
                </c:pt>
                <c:pt idx="36">
                  <c:v>3793.7456074770985</c:v>
                </c:pt>
                <c:pt idx="37">
                  <c:v>3869.398355137716</c:v>
                </c:pt>
                <c:pt idx="38">
                  <c:v>3955.3016352045565</c:v>
                </c:pt>
                <c:pt idx="39">
                  <c:v>4036.2280400162617</c:v>
                </c:pt>
                <c:pt idx="40">
                  <c:v>4151.556968546472</c:v>
                </c:pt>
                <c:pt idx="41">
                  <c:v>4280.800884340624</c:v>
                </c:pt>
                <c:pt idx="42">
                  <c:v>4390.392676555939</c:v>
                </c:pt>
                <c:pt idx="43">
                  <c:v>4481.127607722136</c:v>
                </c:pt>
                <c:pt idx="44">
                  <c:v>4567.735016818382</c:v>
                </c:pt>
                <c:pt idx="45">
                  <c:v>4718.640383660159</c:v>
                </c:pt>
                <c:pt idx="46">
                  <c:v>4809.446884013652</c:v>
                </c:pt>
                <c:pt idx="47">
                  <c:v>4901.94289825844</c:v>
                </c:pt>
                <c:pt idx="48">
                  <c:v>4967.364505730249</c:v>
                </c:pt>
                <c:pt idx="49">
                  <c:v>5054.644103101969</c:v>
                </c:pt>
                <c:pt idx="50">
                  <c:v>5164.717377968108</c:v>
                </c:pt>
                <c:pt idx="51">
                  <c:v>5279.457358106686</c:v>
                </c:pt>
                <c:pt idx="52">
                  <c:v>5417.471662575858</c:v>
                </c:pt>
                <c:pt idx="53">
                  <c:v>5531.226495101015</c:v>
                </c:pt>
                <c:pt idx="54">
                  <c:v>5655.386033553667</c:v>
                </c:pt>
                <c:pt idx="55">
                  <c:v>5750.9935798354645</c:v>
                </c:pt>
                <c:pt idx="56">
                  <c:v>5865.760508275705</c:v>
                </c:pt>
                <c:pt idx="57">
                  <c:v>5820.927352399814</c:v>
                </c:pt>
                <c:pt idx="58">
                  <c:v>5990.501843288072</c:v>
                </c:pt>
                <c:pt idx="59">
                  <c:v>6046.021983002675</c:v>
                </c:pt>
                <c:pt idx="60">
                  <c:v>6109.05210904487</c:v>
                </c:pt>
                <c:pt idx="61">
                  <c:v>6219.345406487455</c:v>
                </c:pt>
                <c:pt idx="62">
                  <c:v>6313.602988088118</c:v>
                </c:pt>
                <c:pt idx="63">
                  <c:v>6426.928358676855</c:v>
                </c:pt>
                <c:pt idx="64">
                  <c:v>6561.173697576581</c:v>
                </c:pt>
                <c:pt idx="65">
                  <c:v>6685.757833745427</c:v>
                </c:pt>
                <c:pt idx="66">
                  <c:v>6675.974268378895</c:v>
                </c:pt>
                <c:pt idx="67">
                  <c:v>6826.36536588496</c:v>
                </c:pt>
                <c:pt idx="68">
                  <c:v>6876.430448863639</c:v>
                </c:pt>
                <c:pt idx="69">
                  <c:v>6981.391927581541</c:v>
                </c:pt>
                <c:pt idx="70">
                  <c:v>7115.087896450052</c:v>
                </c:pt>
                <c:pt idx="71">
                  <c:v>7220.796316515559</c:v>
                </c:pt>
                <c:pt idx="72">
                  <c:v>7307.215313943895</c:v>
                </c:pt>
                <c:pt idx="73">
                  <c:v>7413.295496673495</c:v>
                </c:pt>
                <c:pt idx="74">
                  <c:v>7505.345910386863</c:v>
                </c:pt>
                <c:pt idx="75">
                  <c:v>7615.346584901152</c:v>
                </c:pt>
                <c:pt idx="76">
                  <c:v>7743.396338973978</c:v>
                </c:pt>
                <c:pt idx="77">
                  <c:v>7852.496886185785</c:v>
                </c:pt>
                <c:pt idx="78">
                  <c:v>7968.887413594597</c:v>
                </c:pt>
                <c:pt idx="79">
                  <c:v>8082.199357977951</c:v>
                </c:pt>
                <c:pt idx="80">
                  <c:v>8210.949318945835</c:v>
                </c:pt>
                <c:pt idx="81">
                  <c:v>8288.858918613985</c:v>
                </c:pt>
                <c:pt idx="82">
                  <c:v>8374.321832016909</c:v>
                </c:pt>
                <c:pt idx="83">
                  <c:v>8468.211731627878</c:v>
                </c:pt>
                <c:pt idx="84">
                  <c:v>8602.02851773915</c:v>
                </c:pt>
                <c:pt idx="85">
                  <c:v>8698.736365413597</c:v>
                </c:pt>
                <c:pt idx="86">
                  <c:v>8830.532175719993</c:v>
                </c:pt>
                <c:pt idx="87">
                  <c:v>8965.336861359228</c:v>
                </c:pt>
                <c:pt idx="88">
                  <c:v>9100.78369422533</c:v>
                </c:pt>
                <c:pt idx="89">
                  <c:v>9234.376104280062</c:v>
                </c:pt>
                <c:pt idx="90">
                  <c:v>9316.895860104763</c:v>
                </c:pt>
                <c:pt idx="91">
                  <c:v>9450.488270159494</c:v>
                </c:pt>
                <c:pt idx="92">
                  <c:v>9565.18976631107</c:v>
                </c:pt>
                <c:pt idx="93">
                  <c:v>9685.719718291335</c:v>
                </c:pt>
                <c:pt idx="94">
                  <c:v>9788.525096152296</c:v>
                </c:pt>
                <c:pt idx="95">
                  <c:v>9899.268272806228</c:v>
                </c:pt>
                <c:pt idx="96">
                  <c:v>10019.77500662157</c:v>
                </c:pt>
                <c:pt idx="97">
                  <c:v>10130.518183275502</c:v>
                </c:pt>
                <c:pt idx="98">
                  <c:v>10265.965016141605</c:v>
                </c:pt>
                <c:pt idx="99">
                  <c:v>10375.645595704284</c:v>
                </c:pt>
                <c:pt idx="100">
                  <c:v>10486.388772358216</c:v>
                </c:pt>
                <c:pt idx="101">
                  <c:v>10568.908528182918</c:v>
                </c:pt>
                <c:pt idx="102">
                  <c:v>10669.306632875148</c:v>
                </c:pt>
                <c:pt idx="103">
                  <c:v>10789.836584855413</c:v>
                </c:pt>
                <c:pt idx="104">
                  <c:v>10875.192940361756</c:v>
                </c:pt>
                <c:pt idx="105">
                  <c:v>10989.89927309798</c:v>
                </c:pt>
                <c:pt idx="106">
                  <c:v>11174.858430214077</c:v>
                </c:pt>
                <c:pt idx="107">
                  <c:v>11352.358087568045</c:v>
                </c:pt>
                <c:pt idx="108">
                  <c:v>11437.714443074388</c:v>
                </c:pt>
                <c:pt idx="109">
                  <c:v>11565.91594035276</c:v>
                </c:pt>
                <c:pt idx="110">
                  <c:v>11694.11743763113</c:v>
                </c:pt>
                <c:pt idx="111">
                  <c:v>11822.318934909501</c:v>
                </c:pt>
                <c:pt idx="112">
                  <c:v>12007.278092025597</c:v>
                </c:pt>
                <c:pt idx="113">
                  <c:v>12142.7249248917</c:v>
                </c:pt>
                <c:pt idx="114">
                  <c:v>12276.31733494643</c:v>
                </c:pt>
                <c:pt idx="115">
                  <c:v>12453.816992300399</c:v>
                </c:pt>
                <c:pt idx="116">
                  <c:v>12568.523325036624</c:v>
                </c:pt>
                <c:pt idx="117">
                  <c:v>12683.229657772848</c:v>
                </c:pt>
                <c:pt idx="118">
                  <c:v>12868.188814888945</c:v>
                </c:pt>
                <c:pt idx="119">
                  <c:v>12953.545170395288</c:v>
                </c:pt>
                <c:pt idx="120">
                  <c:v>13067.56954682754</c:v>
                </c:pt>
                <c:pt idx="121">
                  <c:v>13152.869306947538</c:v>
                </c:pt>
                <c:pt idx="122">
                  <c:v>13330.368964301506</c:v>
                </c:pt>
                <c:pt idx="123">
                  <c:v>13432.171795390856</c:v>
                </c:pt>
                <c:pt idx="124">
                  <c:v>13545.508550563458</c:v>
                </c:pt>
                <c:pt idx="125">
                  <c:v>13639.358476882579</c:v>
                </c:pt>
                <c:pt idx="126">
                  <c:v>13737.774456613435</c:v>
                </c:pt>
                <c:pt idx="127">
                  <c:v>13804.238806619724</c:v>
                </c:pt>
                <c:pt idx="128">
                  <c:v>13906.847845460332</c:v>
                </c:pt>
                <c:pt idx="129">
                  <c:v>13997.84906932204</c:v>
                </c:pt>
                <c:pt idx="130">
                  <c:v>14085.470225745203</c:v>
                </c:pt>
                <c:pt idx="131">
                  <c:v>14184.191779973302</c:v>
                </c:pt>
                <c:pt idx="132">
                  <c:v>14280.224445359183</c:v>
                </c:pt>
                <c:pt idx="133">
                  <c:v>14378.947945076468</c:v>
                </c:pt>
                <c:pt idx="134">
                  <c:v>14459.739795983358</c:v>
                </c:pt>
                <c:pt idx="135">
                  <c:v>14563.642522242964</c:v>
                </c:pt>
                <c:pt idx="136">
                  <c:v>14572.755060110578</c:v>
                </c:pt>
                <c:pt idx="137">
                  <c:v>14672.723977251288</c:v>
                </c:pt>
                <c:pt idx="138">
                  <c:v>14768.99408804698</c:v>
                </c:pt>
                <c:pt idx="139">
                  <c:v>14857.280953054465</c:v>
                </c:pt>
                <c:pt idx="140">
                  <c:v>14941.235265985657</c:v>
                </c:pt>
                <c:pt idx="141">
                  <c:v>15039.654906084372</c:v>
                </c:pt>
                <c:pt idx="142">
                  <c:v>15120.184549958538</c:v>
                </c:pt>
                <c:pt idx="143">
                  <c:v>15204.271915146963</c:v>
                </c:pt>
                <c:pt idx="144">
                  <c:v>15293.297027995655</c:v>
                </c:pt>
                <c:pt idx="145">
                  <c:v>15352.198566351251</c:v>
                </c:pt>
                <c:pt idx="146">
                  <c:v>15436.290132603452</c:v>
                </c:pt>
                <c:pt idx="147">
                  <c:v>15495.193454821192</c:v>
                </c:pt>
                <c:pt idx="148">
                  <c:v>15579.282554939331</c:v>
                </c:pt>
                <c:pt idx="149">
                  <c:v>15665.693543020912</c:v>
                </c:pt>
                <c:pt idx="150">
                  <c:v>15799.274984603058</c:v>
                </c:pt>
                <c:pt idx="151">
                  <c:v>15907.838952695367</c:v>
                </c:pt>
                <c:pt idx="152">
                  <c:v>15997.282791832535</c:v>
                </c:pt>
                <c:pt idx="153">
                  <c:v>16092.656007672715</c:v>
                </c:pt>
                <c:pt idx="154">
                  <c:v>16176.489482157542</c:v>
                </c:pt>
                <c:pt idx="155">
                  <c:v>16267.197967428934</c:v>
                </c:pt>
                <c:pt idx="156">
                  <c:v>16361.01817413545</c:v>
                </c:pt>
                <c:pt idx="157">
                  <c:v>16454.838380841968</c:v>
                </c:pt>
                <c:pt idx="158">
                  <c:v>16519.364056995146</c:v>
                </c:pt>
                <c:pt idx="159">
                  <c:v>16613.143340011367</c:v>
                </c:pt>
                <c:pt idx="160">
                  <c:v>16698.229602409647</c:v>
                </c:pt>
                <c:pt idx="161">
                  <c:v>16783.20250607844</c:v>
                </c:pt>
                <c:pt idx="162">
                  <c:v>16873.341588947507</c:v>
                </c:pt>
                <c:pt idx="163">
                  <c:v>16983.29020165093</c:v>
                </c:pt>
                <c:pt idx="164">
                  <c:v>17098.388387516967</c:v>
                </c:pt>
                <c:pt idx="165">
                  <c:v>17197.60613836167</c:v>
                </c:pt>
                <c:pt idx="166">
                  <c:v>17280.41453288829</c:v>
                </c:pt>
                <c:pt idx="167">
                  <c:v>17375.14075929447</c:v>
                </c:pt>
                <c:pt idx="168">
                  <c:v>17466.48238434989</c:v>
                </c:pt>
                <c:pt idx="169">
                  <c:v>17496.91794750937</c:v>
                </c:pt>
                <c:pt idx="170">
                  <c:v>17655.947484538956</c:v>
                </c:pt>
                <c:pt idx="171">
                  <c:v>17747.58356347583</c:v>
                </c:pt>
                <c:pt idx="172">
                  <c:v>17810.92094475004</c:v>
                </c:pt>
                <c:pt idx="173">
                  <c:v>17898.737507416514</c:v>
                </c:pt>
                <c:pt idx="174">
                  <c:v>17941.70773438676</c:v>
                </c:pt>
                <c:pt idx="175">
                  <c:v>18006.229617480083</c:v>
                </c:pt>
                <c:pt idx="176">
                  <c:v>18076.407849858522</c:v>
                </c:pt>
                <c:pt idx="177">
                  <c:v>18139.758499377793</c:v>
                </c:pt>
                <c:pt idx="178">
                  <c:v>18214.098061206423</c:v>
                </c:pt>
                <c:pt idx="179">
                  <c:v>18289.643536374642</c:v>
                </c:pt>
                <c:pt idx="180">
                  <c:v>18394.46283519067</c:v>
                </c:pt>
                <c:pt idx="181">
                  <c:v>18437.433062160915</c:v>
                </c:pt>
                <c:pt idx="182">
                  <c:v>18500.76222457938</c:v>
                </c:pt>
                <c:pt idx="183">
                  <c:v>18599.913678250578</c:v>
                </c:pt>
                <c:pt idx="184">
                  <c:v>18625.296771195648</c:v>
                </c:pt>
                <c:pt idx="185">
                  <c:v>18744.74707274987</c:v>
                </c:pt>
                <c:pt idx="186">
                  <c:v>18793.013001223622</c:v>
                </c:pt>
                <c:pt idx="187">
                  <c:v>18878.75290820689</c:v>
                </c:pt>
                <c:pt idx="188">
                  <c:v>18949.593419057746</c:v>
                </c:pt>
                <c:pt idx="189">
                  <c:v>18935.815641964877</c:v>
                </c:pt>
                <c:pt idx="190">
                  <c:v>19073.330854444182</c:v>
                </c:pt>
                <c:pt idx="191">
                  <c:v>19148.321579825217</c:v>
                </c:pt>
                <c:pt idx="192">
                  <c:v>19232.818592457355</c:v>
                </c:pt>
                <c:pt idx="193">
                  <c:v>19287.50298548023</c:v>
                </c:pt>
                <c:pt idx="194">
                  <c:v>19357.58071390655</c:v>
                </c:pt>
                <c:pt idx="195">
                  <c:v>19460.037543582195</c:v>
                </c:pt>
                <c:pt idx="196">
                  <c:v>19590.65022388578</c:v>
                </c:pt>
                <c:pt idx="197">
                  <c:v>19571.388601811603</c:v>
                </c:pt>
                <c:pt idx="198">
                  <c:v>19623.17301794016</c:v>
                </c:pt>
                <c:pt idx="199">
                  <c:v>19750.38799577115</c:v>
                </c:pt>
                <c:pt idx="200">
                  <c:v>19849.5505125534</c:v>
                </c:pt>
                <c:pt idx="201">
                  <c:v>19922.491757540203</c:v>
                </c:pt>
                <c:pt idx="202">
                  <c:v>20002.176529830773</c:v>
                </c:pt>
                <c:pt idx="203">
                  <c:v>20075.798938508848</c:v>
                </c:pt>
                <c:pt idx="204">
                  <c:v>20165.57021463828</c:v>
                </c:pt>
                <c:pt idx="205">
                  <c:v>20243.58837709511</c:v>
                </c:pt>
                <c:pt idx="206">
                  <c:v>20322.085444287048</c:v>
                </c:pt>
                <c:pt idx="207">
                  <c:v>20423.32070034984</c:v>
                </c:pt>
                <c:pt idx="208">
                  <c:v>20513.353800917423</c:v>
                </c:pt>
                <c:pt idx="209">
                  <c:v>20602.46907323757</c:v>
                </c:pt>
                <c:pt idx="210">
                  <c:v>20709.073757281327</c:v>
                </c:pt>
                <c:pt idx="211">
                  <c:v>20818.955879437493</c:v>
                </c:pt>
                <c:pt idx="212">
                  <c:v>20904.63215021383</c:v>
                </c:pt>
                <c:pt idx="213">
                  <c:v>21008.849208947482</c:v>
                </c:pt>
                <c:pt idx="214">
                  <c:v>21094.26462179032</c:v>
                </c:pt>
                <c:pt idx="215">
                  <c:v>21189.02264677803</c:v>
                </c:pt>
                <c:pt idx="216">
                  <c:v>21285.60281950433</c:v>
                </c:pt>
                <c:pt idx="217">
                  <c:v>21371.014541799563</c:v>
                </c:pt>
                <c:pt idx="218">
                  <c:v>21459.878753286364</c:v>
                </c:pt>
                <c:pt idx="219">
                  <c:v>21514.57098254023</c:v>
                </c:pt>
                <c:pt idx="220">
                  <c:v>21633.49273457841</c:v>
                </c:pt>
                <c:pt idx="221">
                  <c:v>21724.423916138643</c:v>
                </c:pt>
                <c:pt idx="222">
                  <c:v>21852.566189114485</c:v>
                </c:pt>
                <c:pt idx="223">
                  <c:v>21949.552275046975</c:v>
                </c:pt>
                <c:pt idx="224">
                  <c:v>22030.894483837175</c:v>
                </c:pt>
                <c:pt idx="225">
                  <c:v>22133.838653389757</c:v>
                </c:pt>
                <c:pt idx="226">
                  <c:v>22187.769361788745</c:v>
                </c:pt>
                <c:pt idx="227">
                  <c:v>22254.176321239276</c:v>
                </c:pt>
                <c:pt idx="228">
                  <c:v>22358.108693289552</c:v>
                </c:pt>
                <c:pt idx="229">
                  <c:v>22418.08876250341</c:v>
                </c:pt>
                <c:pt idx="230">
                  <c:v>22529.786621948057</c:v>
                </c:pt>
                <c:pt idx="231">
                  <c:v>22634.97742941882</c:v>
                </c:pt>
                <c:pt idx="232">
                  <c:v>22773.853085124378</c:v>
                </c:pt>
                <c:pt idx="233">
                  <c:v>22912.73905863749</c:v>
                </c:pt>
                <c:pt idx="234">
                  <c:v>23026.44996371548</c:v>
                </c:pt>
                <c:pt idx="235">
                  <c:v>23130.38753482398</c:v>
                </c:pt>
                <c:pt idx="236">
                  <c:v>23228.588934379983</c:v>
                </c:pt>
                <c:pt idx="237">
                  <c:v>23305.564086741208</c:v>
                </c:pt>
                <c:pt idx="238">
                  <c:v>23431.15525210013</c:v>
                </c:pt>
                <c:pt idx="239">
                  <c:v>23494.614555631197</c:v>
                </c:pt>
                <c:pt idx="240">
                  <c:v>23585.96428180819</c:v>
                </c:pt>
                <c:pt idx="241">
                  <c:v>23615.532813772425</c:v>
                </c:pt>
                <c:pt idx="242">
                  <c:v>23668.251642319767</c:v>
                </c:pt>
                <c:pt idx="243">
                  <c:v>23788.397585403534</c:v>
                </c:pt>
                <c:pt idx="244">
                  <c:v>23886.163567851912</c:v>
                </c:pt>
                <c:pt idx="245">
                  <c:v>23965.54010645368</c:v>
                </c:pt>
                <c:pt idx="246">
                  <c:v>24091.52900038039</c:v>
                </c:pt>
                <c:pt idx="247">
                  <c:v>24194.36719281196</c:v>
                </c:pt>
                <c:pt idx="248">
                  <c:v>24303.836358467757</c:v>
                </c:pt>
                <c:pt idx="249">
                  <c:v>24409.021302003657</c:v>
                </c:pt>
                <c:pt idx="250">
                  <c:v>24461.816043054518</c:v>
                </c:pt>
                <c:pt idx="251">
                  <c:v>24560.021005400667</c:v>
                </c:pt>
                <c:pt idx="252">
                  <c:v>24685.63346684322</c:v>
                </c:pt>
                <c:pt idx="253">
                  <c:v>24745.756937127622</c:v>
                </c:pt>
                <c:pt idx="254">
                  <c:v>24872.920008142246</c:v>
                </c:pt>
                <c:pt idx="255">
                  <c:v>24988.868176278444</c:v>
                </c:pt>
                <c:pt idx="256">
                  <c:v>25027.76431560532</c:v>
                </c:pt>
                <c:pt idx="257">
                  <c:v>25146.797277249778</c:v>
                </c:pt>
                <c:pt idx="258">
                  <c:v>25222.95693054609</c:v>
                </c:pt>
                <c:pt idx="259">
                  <c:v>25307.858833434682</c:v>
                </c:pt>
                <c:pt idx="260">
                  <c:v>25396.846215324003</c:v>
                </c:pt>
                <c:pt idx="261">
                  <c:v>25486.728447388614</c:v>
                </c:pt>
                <c:pt idx="262">
                  <c:v>25612.284513633058</c:v>
                </c:pt>
                <c:pt idx="263">
                  <c:v>25720.06196163583</c:v>
                </c:pt>
                <c:pt idx="264">
                  <c:v>25809.37398361676</c:v>
                </c:pt>
                <c:pt idx="265">
                  <c:v>25862.147334670408</c:v>
                </c:pt>
                <c:pt idx="266">
                  <c:v>25991.665233621374</c:v>
                </c:pt>
                <c:pt idx="267">
                  <c:v>26089.96696944343</c:v>
                </c:pt>
                <c:pt idx="268">
                  <c:v>26217.08955057241</c:v>
                </c:pt>
                <c:pt idx="269">
                  <c:v>26308.089474422395</c:v>
                </c:pt>
                <c:pt idx="270">
                  <c:v>26389.6550885403</c:v>
                </c:pt>
                <c:pt idx="271">
                  <c:v>26484.950935250203</c:v>
                </c:pt>
                <c:pt idx="272">
                  <c:v>26576.458772123326</c:v>
                </c:pt>
                <c:pt idx="273">
                  <c:v>26656.133600503654</c:v>
                </c:pt>
                <c:pt idx="274">
                  <c:v>26740.342441137363</c:v>
                </c:pt>
                <c:pt idx="275">
                  <c:v>26815.965581423316</c:v>
                </c:pt>
                <c:pt idx="276">
                  <c:v>26922.73297171461</c:v>
                </c:pt>
                <c:pt idx="277">
                  <c:v>27023.690617910794</c:v>
                </c:pt>
                <c:pt idx="278">
                  <c:v>27110.56939373538</c:v>
                </c:pt>
                <c:pt idx="279">
                  <c:v>27212.514680834105</c:v>
                </c:pt>
                <c:pt idx="280">
                  <c:v>27316.983068657417</c:v>
                </c:pt>
                <c:pt idx="281">
                  <c:v>27414.75777541884</c:v>
                </c:pt>
                <c:pt idx="282">
                  <c:v>27509.408502333572</c:v>
                </c:pt>
                <c:pt idx="283">
                  <c:v>27621.738420013102</c:v>
                </c:pt>
                <c:pt idx="284">
                  <c:v>27695.47327707602</c:v>
                </c:pt>
                <c:pt idx="285">
                  <c:v>27790.13323307022</c:v>
                </c:pt>
                <c:pt idx="286">
                  <c:v>27877.96229427721</c:v>
                </c:pt>
                <c:pt idx="287">
                  <c:v>27977.901473762682</c:v>
                </c:pt>
                <c:pt idx="288">
                  <c:v>28038.236992543658</c:v>
                </c:pt>
                <c:pt idx="289">
                  <c:v>28085.135224230864</c:v>
                </c:pt>
                <c:pt idx="290">
                  <c:v>28187.02800697757</c:v>
                </c:pt>
                <c:pt idx="291">
                  <c:v>28268.385419587332</c:v>
                </c:pt>
                <c:pt idx="292">
                  <c:v>28370.15363928521</c:v>
                </c:pt>
                <c:pt idx="293">
                  <c:v>28463.65094111329</c:v>
                </c:pt>
                <c:pt idx="294">
                  <c:v>28567.486761868426</c:v>
                </c:pt>
                <c:pt idx="295">
                  <c:v>28660.69509153694</c:v>
                </c:pt>
                <c:pt idx="296">
                  <c:v>28749.26240382509</c:v>
                </c:pt>
                <c:pt idx="297">
                  <c:v>28833.517081849415</c:v>
                </c:pt>
                <c:pt idx="298">
                  <c:v>28937.44457172553</c:v>
                </c:pt>
                <c:pt idx="299">
                  <c:v>29026.27625033849</c:v>
                </c:pt>
                <c:pt idx="300">
                  <c:v>29120.216298197734</c:v>
                </c:pt>
                <c:pt idx="301">
                  <c:v>29224.868043297585</c:v>
                </c:pt>
                <c:pt idx="302">
                  <c:v>29319.39588515733</c:v>
                </c:pt>
                <c:pt idx="303">
                  <c:v>29422.63850396862</c:v>
                </c:pt>
                <c:pt idx="304">
                  <c:v>29543.651923752903</c:v>
                </c:pt>
                <c:pt idx="305">
                  <c:v>29624.246359675337</c:v>
                </c:pt>
                <c:pt idx="306">
                  <c:v>29715.32091377744</c:v>
                </c:pt>
                <c:pt idx="307">
                  <c:v>29802.114535112392</c:v>
                </c:pt>
                <c:pt idx="308">
                  <c:v>29900.700988352375</c:v>
                </c:pt>
                <c:pt idx="309">
                  <c:v>30015.11442192456</c:v>
                </c:pt>
                <c:pt idx="310">
                  <c:v>30120.529839722694</c:v>
                </c:pt>
                <c:pt idx="311">
                  <c:v>30216.754681335722</c:v>
                </c:pt>
                <c:pt idx="312">
                  <c:v>30307.620869009068</c:v>
                </c:pt>
                <c:pt idx="313">
                  <c:v>30406.62068138573</c:v>
                </c:pt>
                <c:pt idx="314">
                  <c:v>30504.447027290837</c:v>
                </c:pt>
                <c:pt idx="315">
                  <c:v>30588.61487114997</c:v>
                </c:pt>
                <c:pt idx="316">
                  <c:v>30670.23372317034</c:v>
                </c:pt>
                <c:pt idx="317">
                  <c:v>30735.612379067796</c:v>
                </c:pt>
                <c:pt idx="318">
                  <c:v>30865.96515445054</c:v>
                </c:pt>
                <c:pt idx="319">
                  <c:v>30941.519866826493</c:v>
                </c:pt>
                <c:pt idx="320">
                  <c:v>31005.288202269025</c:v>
                </c:pt>
                <c:pt idx="321">
                  <c:v>31129.86184311668</c:v>
                </c:pt>
                <c:pt idx="322">
                  <c:v>31217.70084109802</c:v>
                </c:pt>
                <c:pt idx="323">
                  <c:v>31310.628694463812</c:v>
                </c:pt>
                <c:pt idx="324">
                  <c:v>31366.80751217498</c:v>
                </c:pt>
                <c:pt idx="325">
                  <c:v>31451.142148134706</c:v>
                </c:pt>
                <c:pt idx="326">
                  <c:v>31533.23220055051</c:v>
                </c:pt>
                <c:pt idx="327">
                  <c:v>31625.1863367104</c:v>
                </c:pt>
                <c:pt idx="328">
                  <c:v>31776.124197821424</c:v>
                </c:pt>
                <c:pt idx="329">
                  <c:v>31868.833259613562</c:v>
                </c:pt>
                <c:pt idx="330">
                  <c:v>31974.609933937525</c:v>
                </c:pt>
                <c:pt idx="331">
                  <c:v>32075.08344664297</c:v>
                </c:pt>
                <c:pt idx="332">
                  <c:v>32147.313021883518</c:v>
                </c:pt>
                <c:pt idx="333">
                  <c:v>32246.07453886164</c:v>
                </c:pt>
                <c:pt idx="334">
                  <c:v>32295.894988873464</c:v>
                </c:pt>
                <c:pt idx="335">
                  <c:v>32415.841781308867</c:v>
                </c:pt>
                <c:pt idx="336">
                  <c:v>32502.012422719054</c:v>
                </c:pt>
                <c:pt idx="337">
                  <c:v>32577.904310721762</c:v>
                </c:pt>
                <c:pt idx="338">
                  <c:v>32680.661183064487</c:v>
                </c:pt>
                <c:pt idx="339">
                  <c:v>32779.69250352882</c:v>
                </c:pt>
                <c:pt idx="340">
                  <c:v>32871.97599217276</c:v>
                </c:pt>
                <c:pt idx="341">
                  <c:v>32973.04769126295</c:v>
                </c:pt>
                <c:pt idx="342">
                  <c:v>33077.60280422398</c:v>
                </c:pt>
                <c:pt idx="343">
                  <c:v>33201.44734106768</c:v>
                </c:pt>
                <c:pt idx="344">
                  <c:v>33316.706818862694</c:v>
                </c:pt>
                <c:pt idx="345">
                  <c:v>33384.21689028005</c:v>
                </c:pt>
                <c:pt idx="346">
                  <c:v>33481.06301753609</c:v>
                </c:pt>
                <c:pt idx="347">
                  <c:v>33549.07518294476</c:v>
                </c:pt>
                <c:pt idx="348">
                  <c:v>33640.54652863975</c:v>
                </c:pt>
                <c:pt idx="349">
                  <c:v>33756.41745947</c:v>
                </c:pt>
                <c:pt idx="350">
                  <c:v>33851.3280420575</c:v>
                </c:pt>
                <c:pt idx="351">
                  <c:v>33903.30681616389</c:v>
                </c:pt>
                <c:pt idx="352">
                  <c:v>33927.964951648624</c:v>
                </c:pt>
                <c:pt idx="353">
                  <c:v>34036.253628967504</c:v>
                </c:pt>
                <c:pt idx="354">
                  <c:v>34076.23590607977</c:v>
                </c:pt>
                <c:pt idx="355">
                  <c:v>34156.17743358403</c:v>
                </c:pt>
                <c:pt idx="356">
                  <c:v>34245.379619660314</c:v>
                </c:pt>
                <c:pt idx="357">
                  <c:v>34338.10186996153</c:v>
                </c:pt>
                <c:pt idx="358">
                  <c:v>34392.79345215633</c:v>
                </c:pt>
                <c:pt idx="359">
                  <c:v>34501.624117995416</c:v>
                </c:pt>
                <c:pt idx="360">
                  <c:v>34594.905904297346</c:v>
                </c:pt>
                <c:pt idx="361">
                  <c:v>34682.64746585135</c:v>
                </c:pt>
                <c:pt idx="362">
                  <c:v>34758.46651543064</c:v>
                </c:pt>
                <c:pt idx="363">
                  <c:v>34859.85330268106</c:v>
                </c:pt>
                <c:pt idx="364">
                  <c:v>34920.675756556244</c:v>
                </c:pt>
                <c:pt idx="365">
                  <c:v>35005.67818703936</c:v>
                </c:pt>
                <c:pt idx="366">
                  <c:v>35102.63196193041</c:v>
                </c:pt>
                <c:pt idx="367">
                  <c:v>35199.70665070757</c:v>
                </c:pt>
                <c:pt idx="368">
                  <c:v>35329.55035900167</c:v>
                </c:pt>
                <c:pt idx="369">
                  <c:v>35399.96210788259</c:v>
                </c:pt>
                <c:pt idx="370">
                  <c:v>35487.92770628314</c:v>
                </c:pt>
                <c:pt idx="371">
                  <c:v>35572.930136766256</c:v>
                </c:pt>
                <c:pt idx="372">
                  <c:v>35692.33342771363</c:v>
                </c:pt>
                <c:pt idx="373">
                  <c:v>35744.39572108263</c:v>
                </c:pt>
                <c:pt idx="374">
                  <c:v>35848.07524579359</c:v>
                </c:pt>
                <c:pt idx="375">
                  <c:v>35947.44955166774</c:v>
                </c:pt>
                <c:pt idx="376">
                  <c:v>35986.91772094514</c:v>
                </c:pt>
                <c:pt idx="377">
                  <c:v>36061.95820240948</c:v>
                </c:pt>
                <c:pt idx="378">
                  <c:v>36168.97659313076</c:v>
                </c:pt>
                <c:pt idx="379">
                  <c:v>36256.87345425486</c:v>
                </c:pt>
                <c:pt idx="380">
                  <c:v>36322.18657758063</c:v>
                </c:pt>
                <c:pt idx="381">
                  <c:v>36386.692573421366</c:v>
                </c:pt>
                <c:pt idx="382">
                  <c:v>36463.51261793808</c:v>
                </c:pt>
                <c:pt idx="383">
                  <c:v>36549.61211000176</c:v>
                </c:pt>
                <c:pt idx="384">
                  <c:v>36640.77829686798</c:v>
                </c:pt>
                <c:pt idx="385">
                  <c:v>36742.83047338853</c:v>
                </c:pt>
                <c:pt idx="386">
                  <c:v>36844.87114270819</c:v>
                </c:pt>
                <c:pt idx="387">
                  <c:v>36880.10695905828</c:v>
                </c:pt>
                <c:pt idx="388">
                  <c:v>36974.264559542295</c:v>
                </c:pt>
                <c:pt idx="389">
                  <c:v>37064.4308858749</c:v>
                </c:pt>
                <c:pt idx="390">
                  <c:v>37165.3491486421</c:v>
                </c:pt>
                <c:pt idx="391">
                  <c:v>37255.71717206061</c:v>
                </c:pt>
                <c:pt idx="392">
                  <c:v>37367.75010534114</c:v>
                </c:pt>
                <c:pt idx="393">
                  <c:v>37437.75433266919</c:v>
                </c:pt>
                <c:pt idx="394">
                  <c:v>37548.98811775911</c:v>
                </c:pt>
                <c:pt idx="395">
                  <c:v>37639.356158089795</c:v>
                </c:pt>
                <c:pt idx="396">
                  <c:v>37750.58739408089</c:v>
                </c:pt>
                <c:pt idx="397">
                  <c:v>37856.40225330663</c:v>
                </c:pt>
                <c:pt idx="398">
                  <c:v>37962.217838811805</c:v>
                </c:pt>
                <c:pt idx="399">
                  <c:v>38080.481723009056</c:v>
                </c:pt>
                <c:pt idx="400">
                  <c:v>38200.88604317611</c:v>
                </c:pt>
                <c:pt idx="401">
                  <c:v>38315.89058852268</c:v>
                </c:pt>
                <c:pt idx="402">
                  <c:v>38400.13543620319</c:v>
                </c:pt>
                <c:pt idx="403">
                  <c:v>38511.07750789205</c:v>
                </c:pt>
                <c:pt idx="404">
                  <c:v>38623.58924082101</c:v>
                </c:pt>
                <c:pt idx="405">
                  <c:v>38727.839914465134</c:v>
                </c:pt>
                <c:pt idx="406">
                  <c:v>38840.34097166845</c:v>
                </c:pt>
                <c:pt idx="407">
                  <c:v>38952.86271499051</c:v>
                </c:pt>
                <c:pt idx="408">
                  <c:v>39083.50747988789</c:v>
                </c:pt>
                <c:pt idx="409">
                  <c:v>39196.00529611171</c:v>
                </c:pt>
                <c:pt idx="410">
                  <c:v>39305.05825542749</c:v>
                </c:pt>
                <c:pt idx="411">
                  <c:v>39417.98553775947</c:v>
                </c:pt>
                <c:pt idx="412">
                  <c:v>39560.01222380391</c:v>
                </c:pt>
                <c:pt idx="413">
                  <c:v>39642.61606733166</c:v>
                </c:pt>
                <c:pt idx="414">
                  <c:v>39751.6558476466</c:v>
                </c:pt>
                <c:pt idx="415">
                  <c:v>39856.97866854475</c:v>
                </c:pt>
                <c:pt idx="416">
                  <c:v>39965.74500842345</c:v>
                </c:pt>
                <c:pt idx="417">
                  <c:v>40078.26238525888</c:v>
                </c:pt>
                <c:pt idx="418">
                  <c:v>40199.75858427509</c:v>
                </c:pt>
                <c:pt idx="419">
                  <c:v>40295.987318099396</c:v>
                </c:pt>
                <c:pt idx="420">
                  <c:v>40405.03131677035</c:v>
                </c:pt>
                <c:pt idx="421">
                  <c:v>40519.00646856765</c:v>
                </c:pt>
                <c:pt idx="422">
                  <c:v>40613.90505427776</c:v>
                </c:pt>
                <c:pt idx="423">
                  <c:v>40726.84971907068</c:v>
                </c:pt>
                <c:pt idx="424">
                  <c:v>40840.81520822271</c:v>
                </c:pt>
                <c:pt idx="425">
                  <c:v>40954.05161394795</c:v>
                </c:pt>
                <c:pt idx="426">
                  <c:v>41047.8120320588</c:v>
                </c:pt>
                <c:pt idx="427">
                  <c:v>41120.65238635133</c:v>
                </c:pt>
                <c:pt idx="428">
                  <c:v>41219.148531172286</c:v>
                </c:pt>
                <c:pt idx="429">
                  <c:v>41324.36746877216</c:v>
                </c:pt>
                <c:pt idx="430">
                  <c:v>41431.59300144404</c:v>
                </c:pt>
                <c:pt idx="431">
                  <c:v>41518.40094399995</c:v>
                </c:pt>
                <c:pt idx="432">
                  <c:v>41616.28229694806</c:v>
                </c:pt>
                <c:pt idx="433">
                  <c:v>41699.132883492486</c:v>
                </c:pt>
                <c:pt idx="434">
                  <c:v>41794.43183169055</c:v>
                </c:pt>
                <c:pt idx="435">
                  <c:v>41898.58213380808</c:v>
                </c:pt>
                <c:pt idx="436">
                  <c:v>41997.67591045101</c:v>
                </c:pt>
                <c:pt idx="437">
                  <c:v>42093.84368206872</c:v>
                </c:pt>
                <c:pt idx="438">
                  <c:v>42198.58594160792</c:v>
                </c:pt>
                <c:pt idx="439">
                  <c:v>42284.90228742878</c:v>
                </c:pt>
                <c:pt idx="440">
                  <c:v>42390.49559334491</c:v>
                </c:pt>
                <c:pt idx="441">
                  <c:v>42472.01017291987</c:v>
                </c:pt>
                <c:pt idx="442">
                  <c:v>42560.87576863847</c:v>
                </c:pt>
                <c:pt idx="443">
                  <c:v>42647.47072571566</c:v>
                </c:pt>
                <c:pt idx="444">
                  <c:v>42755.07879709771</c:v>
                </c:pt>
                <c:pt idx="445">
                  <c:v>42856.24717509782</c:v>
                </c:pt>
                <c:pt idx="446">
                  <c:v>42908.19512489881</c:v>
                </c:pt>
                <c:pt idx="447">
                  <c:v>43006.88672621257</c:v>
                </c:pt>
                <c:pt idx="448">
                  <c:v>43101.8894313947</c:v>
                </c:pt>
                <c:pt idx="449">
                  <c:v>43199.3836652539</c:v>
                </c:pt>
                <c:pt idx="450">
                  <c:v>43305.88957815864</c:v>
                </c:pt>
                <c:pt idx="451">
                  <c:v>43406.31100270241</c:v>
                </c:pt>
                <c:pt idx="452">
                  <c:v>43515.318581783155</c:v>
                </c:pt>
                <c:pt idx="453">
                  <c:v>43621.3859813761</c:v>
                </c:pt>
                <c:pt idx="454">
                  <c:v>43700.680772542306</c:v>
                </c:pt>
                <c:pt idx="455">
                  <c:v>43794.77660406636</c:v>
                </c:pt>
                <c:pt idx="456">
                  <c:v>43903.49702678625</c:v>
                </c:pt>
                <c:pt idx="457">
                  <c:v>44005.46451081716</c:v>
                </c:pt>
                <c:pt idx="458">
                  <c:v>44077.09201557781</c:v>
                </c:pt>
                <c:pt idx="459">
                  <c:v>44173.934065455134</c:v>
                </c:pt>
                <c:pt idx="460">
                  <c:v>44255.95011538914</c:v>
                </c:pt>
                <c:pt idx="461">
                  <c:v>44361.66787474903</c:v>
                </c:pt>
                <c:pt idx="462">
                  <c:v>44446.10616040127</c:v>
                </c:pt>
                <c:pt idx="463">
                  <c:v>44553.60090326162</c:v>
                </c:pt>
                <c:pt idx="464">
                  <c:v>44653.987777269744</c:v>
                </c:pt>
                <c:pt idx="465">
                  <c:v>44761.312479005384</c:v>
                </c:pt>
                <c:pt idx="466">
                  <c:v>44859.15494148644</c:v>
                </c:pt>
                <c:pt idx="467">
                  <c:v>44960.226023959454</c:v>
                </c:pt>
                <c:pt idx="468">
                  <c:v>45049.00921585672</c:v>
                </c:pt>
                <c:pt idx="469">
                  <c:v>45156.616428143054</c:v>
                </c:pt>
                <c:pt idx="470">
                  <c:v>45255.26522712424</c:v>
                </c:pt>
                <c:pt idx="471">
                  <c:v>45378.761134354085</c:v>
                </c:pt>
                <c:pt idx="472">
                  <c:v>45484.03312929917</c:v>
                </c:pt>
                <c:pt idx="473">
                  <c:v>45577.120872687774</c:v>
                </c:pt>
                <c:pt idx="474">
                  <c:v>45688.1621602547</c:v>
                </c:pt>
                <c:pt idx="475">
                  <c:v>45775.83321029157</c:v>
                </c:pt>
                <c:pt idx="476">
                  <c:v>45880.91316860943</c:v>
                </c:pt>
                <c:pt idx="477">
                  <c:v>46011.028732190076</c:v>
                </c:pt>
                <c:pt idx="478">
                  <c:v>46123.412942077106</c:v>
                </c:pt>
                <c:pt idx="479">
                  <c:v>46260.79923479496</c:v>
                </c:pt>
                <c:pt idx="480">
                  <c:v>46343.317386249706</c:v>
                </c:pt>
                <c:pt idx="481">
                  <c:v>46425.84583058772</c:v>
                </c:pt>
                <c:pt idx="482">
                  <c:v>46526.6935744187</c:v>
                </c:pt>
                <c:pt idx="483">
                  <c:v>46639.4640002972</c:v>
                </c:pt>
                <c:pt idx="484">
                  <c:v>46758.61605068474</c:v>
                </c:pt>
                <c:pt idx="485">
                  <c:v>46926.7016025503</c:v>
                </c:pt>
                <c:pt idx="486">
                  <c:v>47015.10297557029</c:v>
                </c:pt>
                <c:pt idx="487">
                  <c:v>47114.357294618465</c:v>
                </c:pt>
                <c:pt idx="488">
                  <c:v>47220.02514634482</c:v>
                </c:pt>
                <c:pt idx="489">
                  <c:v>47309.272928844555</c:v>
                </c:pt>
                <c:pt idx="490">
                  <c:v>47397.92119814382</c:v>
                </c:pt>
                <c:pt idx="491">
                  <c:v>47469.187444753414</c:v>
                </c:pt>
                <c:pt idx="492">
                  <c:v>47569.04235910154</c:v>
                </c:pt>
                <c:pt idx="493">
                  <c:v>47649.68680239382</c:v>
                </c:pt>
                <c:pt idx="494">
                  <c:v>47751.8543832508</c:v>
                </c:pt>
                <c:pt idx="495">
                  <c:v>47834.841105099804</c:v>
                </c:pt>
                <c:pt idx="496">
                  <c:v>47915.02832776775</c:v>
                </c:pt>
                <c:pt idx="497">
                  <c:v>47994.89537139442</c:v>
                </c:pt>
                <c:pt idx="498">
                  <c:v>48109.80390120522</c:v>
                </c:pt>
                <c:pt idx="499">
                  <c:v>48185.116105517496</c:v>
                </c:pt>
                <c:pt idx="500">
                  <c:v>48284.971019865625</c:v>
                </c:pt>
                <c:pt idx="501">
                  <c:v>48363.90135827695</c:v>
                </c:pt>
                <c:pt idx="502">
                  <c:v>48446.9228530679</c:v>
                </c:pt>
                <c:pt idx="503">
                  <c:v>48509.513182939125</c:v>
                </c:pt>
                <c:pt idx="504">
                  <c:v>48616.45823943741</c:v>
                </c:pt>
                <c:pt idx="505">
                  <c:v>48715.836900971386</c:v>
                </c:pt>
                <c:pt idx="506">
                  <c:v>48838.60293850981</c:v>
                </c:pt>
                <c:pt idx="507">
                  <c:v>48913.91514282209</c:v>
                </c:pt>
                <c:pt idx="508">
                  <c:v>48979.21052483422</c:v>
                </c:pt>
                <c:pt idx="509">
                  <c:v>49066.12203380632</c:v>
                </c:pt>
                <c:pt idx="510">
                  <c:v>49143.31736802301</c:v>
                </c:pt>
                <c:pt idx="511">
                  <c:v>49220.5127022397</c:v>
                </c:pt>
                <c:pt idx="512">
                  <c:v>49307.26763348761</c:v>
                </c:pt>
                <c:pt idx="513">
                  <c:v>49489.187780201464</c:v>
                </c:pt>
                <c:pt idx="514">
                  <c:v>49566.38311441815</c:v>
                </c:pt>
                <c:pt idx="515">
                  <c:v>49642.034418513125</c:v>
                </c:pt>
                <c:pt idx="516">
                  <c:v>49712.37462664646</c:v>
                </c:pt>
                <c:pt idx="517">
                  <c:v>49796.68730744003</c:v>
                </c:pt>
                <c:pt idx="518">
                  <c:v>49912.315618057146</c:v>
                </c:pt>
                <c:pt idx="519">
                  <c:v>50008.55184881191</c:v>
                </c:pt>
                <c:pt idx="520">
                  <c:v>50100.456340017</c:v>
                </c:pt>
                <c:pt idx="521">
                  <c:v>50204.00949722164</c:v>
                </c:pt>
                <c:pt idx="522">
                  <c:v>50284.65284385876</c:v>
                </c:pt>
                <c:pt idx="523">
                  <c:v>50402.03085378327</c:v>
                </c:pt>
                <c:pt idx="524">
                  <c:v>50531.44101945177</c:v>
                </c:pt>
                <c:pt idx="525">
                  <c:v>50577.787912665604</c:v>
                </c:pt>
                <c:pt idx="526">
                  <c:v>50670.37544393884</c:v>
                </c:pt>
                <c:pt idx="527">
                  <c:v>50761.17791444447</c:v>
                </c:pt>
                <c:pt idx="528">
                  <c:v>50874.854394890404</c:v>
                </c:pt>
                <c:pt idx="529">
                  <c:v>50975.58160911869</c:v>
                </c:pt>
                <c:pt idx="530">
                  <c:v>51087.52200881919</c:v>
                </c:pt>
                <c:pt idx="531">
                  <c:v>51178.46792425128</c:v>
                </c:pt>
                <c:pt idx="532">
                  <c:v>51268.07366734429</c:v>
                </c:pt>
                <c:pt idx="533">
                  <c:v>51373.419938014995</c:v>
                </c:pt>
                <c:pt idx="534">
                  <c:v>51444.975404173434</c:v>
                </c:pt>
                <c:pt idx="535">
                  <c:v>51560.14228436063</c:v>
                </c:pt>
                <c:pt idx="536">
                  <c:v>51659.98295271499</c:v>
                </c:pt>
                <c:pt idx="537">
                  <c:v>51757.431657487934</c:v>
                </c:pt>
                <c:pt idx="538">
                  <c:v>51836.940261729156</c:v>
                </c:pt>
                <c:pt idx="539">
                  <c:v>51908.739978639256</c:v>
                </c:pt>
                <c:pt idx="540">
                  <c:v>52017.95193778144</c:v>
                </c:pt>
                <c:pt idx="541">
                  <c:v>52115.87684320219</c:v>
                </c:pt>
                <c:pt idx="542">
                  <c:v>52224.589743842516</c:v>
                </c:pt>
                <c:pt idx="543">
                  <c:v>52278.53493694568</c:v>
                </c:pt>
                <c:pt idx="544">
                  <c:v>52360.78528746729</c:v>
                </c:pt>
                <c:pt idx="545">
                  <c:v>52424.75658007879</c:v>
                </c:pt>
                <c:pt idx="546">
                  <c:v>52526.81575626751</c:v>
                </c:pt>
                <c:pt idx="547">
                  <c:v>52701.438997591606</c:v>
                </c:pt>
                <c:pt idx="548">
                  <c:v>52803.49681284072</c:v>
                </c:pt>
                <c:pt idx="549">
                  <c:v>52913.00532417831</c:v>
                </c:pt>
                <c:pt idx="550">
                  <c:v>53025.829500739914</c:v>
                </c:pt>
                <c:pt idx="551">
                  <c:v>53079.6846591948</c:v>
                </c:pt>
                <c:pt idx="552">
                  <c:v>53187.95101032717</c:v>
                </c:pt>
                <c:pt idx="553">
                  <c:v>53289.03864113724</c:v>
                </c:pt>
                <c:pt idx="554">
                  <c:v>53382.49143867535</c:v>
                </c:pt>
                <c:pt idx="555">
                  <c:v>53480.33717330139</c:v>
                </c:pt>
                <c:pt idx="556">
                  <c:v>53578.098635248054</c:v>
                </c:pt>
                <c:pt idx="557">
                  <c:v>53685.69809015192</c:v>
                </c:pt>
                <c:pt idx="558">
                  <c:v>53800.00348778708</c:v>
                </c:pt>
                <c:pt idx="559">
                  <c:v>53983.813011788116</c:v>
                </c:pt>
                <c:pt idx="560">
                  <c:v>54063.257958745446</c:v>
                </c:pt>
                <c:pt idx="561">
                  <c:v>54164.70307099253</c:v>
                </c:pt>
                <c:pt idx="562">
                  <c:v>54280.007066141516</c:v>
                </c:pt>
                <c:pt idx="563">
                  <c:v>54380.77108639448</c:v>
                </c:pt>
                <c:pt idx="564">
                  <c:v>54427.114308828495</c:v>
                </c:pt>
                <c:pt idx="565">
                  <c:v>54510.09099867521</c:v>
                </c:pt>
                <c:pt idx="566">
                  <c:v>54603.53649014384</c:v>
                </c:pt>
                <c:pt idx="567">
                  <c:v>54715.479678470925</c:v>
                </c:pt>
                <c:pt idx="568">
                  <c:v>54781.95383633314</c:v>
                </c:pt>
                <c:pt idx="569">
                  <c:v>54862.464440443684</c:v>
                </c:pt>
                <c:pt idx="570">
                  <c:v>54951.09887003177</c:v>
                </c:pt>
                <c:pt idx="571">
                  <c:v>55030.89889123386</c:v>
                </c:pt>
                <c:pt idx="572">
                  <c:v>55145.098817195554</c:v>
                </c:pt>
                <c:pt idx="573">
                  <c:v>55231.11194139342</c:v>
                </c:pt>
                <c:pt idx="574">
                  <c:v>55319.30686583907</c:v>
                </c:pt>
                <c:pt idx="575">
                  <c:v>55408.09711091016</c:v>
                </c:pt>
                <c:pt idx="576">
                  <c:v>55500.06601506168</c:v>
                </c:pt>
                <c:pt idx="577">
                  <c:v>55595.09748922212</c:v>
                </c:pt>
                <c:pt idx="578">
                  <c:v>55686.08747726063</c:v>
                </c:pt>
                <c:pt idx="579">
                  <c:v>55787.196965419855</c:v>
                </c:pt>
                <c:pt idx="580">
                  <c:v>55875.407782517315</c:v>
                </c:pt>
                <c:pt idx="581">
                  <c:v>55957.803465962905</c:v>
                </c:pt>
                <c:pt idx="582">
                  <c:v>56044.18264638029</c:v>
                </c:pt>
                <c:pt idx="583">
                  <c:v>56094.6897886244</c:v>
                </c:pt>
                <c:pt idx="584">
                  <c:v>56193.56705522431</c:v>
                </c:pt>
                <c:pt idx="585">
                  <c:v>56292.422542104294</c:v>
                </c:pt>
                <c:pt idx="586">
                  <c:v>56391.847716624856</c:v>
                </c:pt>
                <c:pt idx="587">
                  <c:v>56485.17362198572</c:v>
                </c:pt>
                <c:pt idx="588">
                  <c:v>56594.21501682512</c:v>
                </c:pt>
                <c:pt idx="589">
                  <c:v>56691.64621327458</c:v>
                </c:pt>
                <c:pt idx="590">
                  <c:v>56779.98096173924</c:v>
                </c:pt>
                <c:pt idx="591">
                  <c:v>56891.23537072287</c:v>
                </c:pt>
                <c:pt idx="592">
                  <c:v>56970.1445109134</c:v>
                </c:pt>
                <c:pt idx="593">
                  <c:v>57069.80088292254</c:v>
                </c:pt>
                <c:pt idx="594">
                  <c:v>57183.47735171247</c:v>
                </c:pt>
                <c:pt idx="595">
                  <c:v>57290.08626140691</c:v>
                </c:pt>
                <c:pt idx="596">
                  <c:v>57375.10531638404</c:v>
                </c:pt>
                <c:pt idx="597">
                  <c:v>57462.73719086923</c:v>
                </c:pt>
                <c:pt idx="598">
                  <c:v>57564.887277560876</c:v>
                </c:pt>
                <c:pt idx="599">
                  <c:v>57638.190397888284</c:v>
                </c:pt>
                <c:pt idx="600">
                  <c:v>57740.19122204358</c:v>
                </c:pt>
                <c:pt idx="601">
                  <c:v>57833.393502693296</c:v>
                </c:pt>
                <c:pt idx="602">
                  <c:v>57930.22456124275</c:v>
                </c:pt>
                <c:pt idx="603">
                  <c:v>58046.13660812595</c:v>
                </c:pt>
                <c:pt idx="604">
                  <c:v>58141.40923886199</c:v>
                </c:pt>
                <c:pt idx="605">
                  <c:v>58253.43778713734</c:v>
                </c:pt>
                <c:pt idx="606">
                  <c:v>58340.38647947104</c:v>
                </c:pt>
                <c:pt idx="607">
                  <c:v>58427.63669484756</c:v>
                </c:pt>
                <c:pt idx="608">
                  <c:v>58519.57457587516</c:v>
                </c:pt>
                <c:pt idx="609">
                  <c:v>58629.20352365834</c:v>
                </c:pt>
                <c:pt idx="610">
                  <c:v>58712.38929383731</c:v>
                </c:pt>
                <c:pt idx="611">
                  <c:v>58822.61612902974</c:v>
                </c:pt>
                <c:pt idx="612">
                  <c:v>58924.73261474996</c:v>
                </c:pt>
                <c:pt idx="613">
                  <c:v>59006.950347286096</c:v>
                </c:pt>
                <c:pt idx="614">
                  <c:v>59101.70342717731</c:v>
                </c:pt>
                <c:pt idx="615">
                  <c:v>59185.47683899949</c:v>
                </c:pt>
                <c:pt idx="616">
                  <c:v>59252.968249355436</c:v>
                </c:pt>
                <c:pt idx="617">
                  <c:v>59303.5899661832</c:v>
                </c:pt>
                <c:pt idx="618">
                  <c:v>59405.02800501415</c:v>
                </c:pt>
                <c:pt idx="619">
                  <c:v>59502.198248168774</c:v>
                </c:pt>
                <c:pt idx="620">
                  <c:v>59595.74877482741</c:v>
                </c:pt>
                <c:pt idx="621">
                  <c:v>59669.49205566847</c:v>
                </c:pt>
                <c:pt idx="622">
                  <c:v>59829.2331516102</c:v>
                </c:pt>
                <c:pt idx="623">
                  <c:v>59908.33961519265</c:v>
                </c:pt>
                <c:pt idx="624">
                  <c:v>60006.831727300814</c:v>
                </c:pt>
                <c:pt idx="625">
                  <c:v>60111.508903682334</c:v>
                </c:pt>
                <c:pt idx="626">
                  <c:v>60199.92643128198</c:v>
                </c:pt>
                <c:pt idx="627">
                  <c:v>60293.000637846184</c:v>
                </c:pt>
                <c:pt idx="628">
                  <c:v>60376.08251238179</c:v>
                </c:pt>
                <c:pt idx="629">
                  <c:v>60452.00746975358</c:v>
                </c:pt>
                <c:pt idx="630">
                  <c:v>60554.715150788645</c:v>
                </c:pt>
                <c:pt idx="631">
                  <c:v>60642.997832660774</c:v>
                </c:pt>
                <c:pt idx="632">
                  <c:v>60748.76661004472</c:v>
                </c:pt>
                <c:pt idx="633">
                  <c:v>60868.34665295604</c:v>
                </c:pt>
                <c:pt idx="634">
                  <c:v>60966.27619540389</c:v>
                </c:pt>
                <c:pt idx="635">
                  <c:v>61067.62217056639</c:v>
                </c:pt>
                <c:pt idx="636">
                  <c:v>61140.45881639257</c:v>
                </c:pt>
                <c:pt idx="637">
                  <c:v>61253.25273188785</c:v>
                </c:pt>
                <c:pt idx="638">
                  <c:v>61354.93486047061</c:v>
                </c:pt>
                <c:pt idx="639">
                  <c:v>61479.72924237927</c:v>
                </c:pt>
                <c:pt idx="640">
                  <c:v>61563.84880544768</c:v>
                </c:pt>
                <c:pt idx="641">
                  <c:v>61648.10553437023</c:v>
                </c:pt>
                <c:pt idx="642">
                  <c:v>61739.091040355015</c:v>
                </c:pt>
                <c:pt idx="643">
                  <c:v>61847.83104673262</c:v>
                </c:pt>
                <c:pt idx="644">
                  <c:v>61959.63578400834</c:v>
                </c:pt>
                <c:pt idx="645">
                  <c:v>62039.551362124796</c:v>
                </c:pt>
                <c:pt idx="646">
                  <c:v>62120.45764895196</c:v>
                </c:pt>
                <c:pt idx="647">
                  <c:v>62229.174617156365</c:v>
                </c:pt>
                <c:pt idx="648">
                  <c:v>62314.76348500611</c:v>
                </c:pt>
                <c:pt idx="649">
                  <c:v>62410.08938896822</c:v>
                </c:pt>
                <c:pt idx="650">
                  <c:v>62539.28195974779</c:v>
                </c:pt>
                <c:pt idx="651">
                  <c:v>62568.699152426816</c:v>
                </c:pt>
                <c:pt idx="652">
                  <c:v>62628.61873363699</c:v>
                </c:pt>
                <c:pt idx="653">
                  <c:v>62743.88487252052</c:v>
                </c:pt>
                <c:pt idx="654">
                  <c:v>62859.15101140404</c:v>
                </c:pt>
                <c:pt idx="655">
                  <c:v>62958.357209281254</c:v>
                </c:pt>
                <c:pt idx="656">
                  <c:v>63073.62334816478</c:v>
                </c:pt>
                <c:pt idx="657">
                  <c:v>63161.34641197489</c:v>
                </c:pt>
                <c:pt idx="658">
                  <c:v>63254.23394423624</c:v>
                </c:pt>
                <c:pt idx="659">
                  <c:v>63369.69712161443</c:v>
                </c:pt>
                <c:pt idx="660">
                  <c:v>63480.94949746299</c:v>
                </c:pt>
                <c:pt idx="661">
                  <c:v>63558.78196879805</c:v>
                </c:pt>
                <c:pt idx="662">
                  <c:v>63662.33373778313</c:v>
                </c:pt>
                <c:pt idx="663">
                  <c:v>63753.504418986806</c:v>
                </c:pt>
                <c:pt idx="664">
                  <c:v>63840.13272112449</c:v>
                </c:pt>
                <c:pt idx="665">
                  <c:v>63931.22646662639</c:v>
                </c:pt>
                <c:pt idx="666">
                  <c:v>64042.226161143764</c:v>
                </c:pt>
                <c:pt idx="667">
                  <c:v>64137.725383977304</c:v>
                </c:pt>
                <c:pt idx="668">
                  <c:v>64248.72507849468</c:v>
                </c:pt>
                <c:pt idx="669">
                  <c:v>64321.75971053859</c:v>
                </c:pt>
                <c:pt idx="670">
                  <c:v>64416.75052898286</c:v>
                </c:pt>
                <c:pt idx="671">
                  <c:v>64487.47559841505</c:v>
                </c:pt>
                <c:pt idx="672">
                  <c:v>64588.511016293356</c:v>
                </c:pt>
                <c:pt idx="673">
                  <c:v>64681.984293635855</c:v>
                </c:pt>
                <c:pt idx="674">
                  <c:v>64762.43893607094</c:v>
                </c:pt>
                <c:pt idx="675">
                  <c:v>64873.89269320238</c:v>
                </c:pt>
                <c:pt idx="676">
                  <c:v>65019.81500369499</c:v>
                </c:pt>
                <c:pt idx="677">
                  <c:v>65136.06272845327</c:v>
                </c:pt>
                <c:pt idx="678">
                  <c:v>65231.67312277358</c:v>
                </c:pt>
                <c:pt idx="679">
                  <c:v>65317.55539786497</c:v>
                </c:pt>
                <c:pt idx="680">
                  <c:v>65435.25609089585</c:v>
                </c:pt>
                <c:pt idx="681">
                  <c:v>65536.53728933459</c:v>
                </c:pt>
                <c:pt idx="682">
                  <c:v>65630.0395934957</c:v>
                </c:pt>
                <c:pt idx="683">
                  <c:v>65750.38899730894</c:v>
                </c:pt>
                <c:pt idx="684">
                  <c:v>65843.93466886217</c:v>
                </c:pt>
                <c:pt idx="685">
                  <c:v>65953.4660058353</c:v>
                </c:pt>
                <c:pt idx="686">
                  <c:v>66082.93330590829</c:v>
                </c:pt>
                <c:pt idx="687">
                  <c:v>66187.25734387599</c:v>
                </c:pt>
                <c:pt idx="688">
                  <c:v>66291.29295849134</c:v>
                </c:pt>
                <c:pt idx="689">
                  <c:v>66395.64833060208</c:v>
                </c:pt>
                <c:pt idx="690">
                  <c:v>66524.05931691079</c:v>
                </c:pt>
                <c:pt idx="691">
                  <c:v>66616.63609945413</c:v>
                </c:pt>
                <c:pt idx="692">
                  <c:v>66708.40382805331</c:v>
                </c:pt>
                <c:pt idx="693">
                  <c:v>66793.39800158866</c:v>
                </c:pt>
                <c:pt idx="694">
                  <c:v>66858.10563085845</c:v>
                </c:pt>
                <c:pt idx="695">
                  <c:v>66954.27031227069</c:v>
                </c:pt>
                <c:pt idx="696">
                  <c:v>67057.05786331231</c:v>
                </c:pt>
                <c:pt idx="697">
                  <c:v>67149.17689918759</c:v>
                </c:pt>
                <c:pt idx="698">
                  <c:v>67320.30691641655</c:v>
                </c:pt>
                <c:pt idx="699">
                  <c:v>67424.27858144406</c:v>
                </c:pt>
                <c:pt idx="700">
                  <c:v>67536.84117496863</c:v>
                </c:pt>
                <c:pt idx="701">
                  <c:v>67621.52674995965</c:v>
                </c:pt>
                <c:pt idx="702">
                  <c:v>67791.35518161954</c:v>
                </c:pt>
                <c:pt idx="703">
                  <c:v>67917.039494203</c:v>
                </c:pt>
                <c:pt idx="704">
                  <c:v>68032.55799523875</c:v>
                </c:pt>
                <c:pt idx="705">
                  <c:v>68127.13297025289</c:v>
                </c:pt>
                <c:pt idx="706">
                  <c:v>68208.51928713462</c:v>
                </c:pt>
                <c:pt idx="707">
                  <c:v>68282.43438799141</c:v>
                </c:pt>
                <c:pt idx="708">
                  <c:v>68376.80407572583</c:v>
                </c:pt>
                <c:pt idx="709">
                  <c:v>68460.68610845078</c:v>
                </c:pt>
                <c:pt idx="710">
                  <c:v>68561.12459104764</c:v>
                </c:pt>
                <c:pt idx="711">
                  <c:v>68652.39471103658</c:v>
                </c:pt>
                <c:pt idx="712">
                  <c:v>68740.7341184849</c:v>
                </c:pt>
                <c:pt idx="713">
                  <c:v>68835.40174521982</c:v>
                </c:pt>
                <c:pt idx="714">
                  <c:v>68921.21277764624</c:v>
                </c:pt>
                <c:pt idx="715">
                  <c:v>69012.48357410093</c:v>
                </c:pt>
                <c:pt idx="716">
                  <c:v>69179.17994744056</c:v>
                </c:pt>
                <c:pt idx="717">
                  <c:v>69255.95600613735</c:v>
                </c:pt>
                <c:pt idx="718">
                  <c:v>69360.02659629835</c:v>
                </c:pt>
                <c:pt idx="719">
                  <c:v>69449.802095492</c:v>
                </c:pt>
                <c:pt idx="720">
                  <c:v>69550.42781643866</c:v>
                </c:pt>
                <c:pt idx="721">
                  <c:v>69617.15855486937</c:v>
                </c:pt>
                <c:pt idx="722">
                  <c:v>69664.37719975568</c:v>
                </c:pt>
                <c:pt idx="723">
                  <c:v>69770.3227992517</c:v>
                </c:pt>
                <c:pt idx="724">
                  <c:v>69878.60760932483</c:v>
                </c:pt>
                <c:pt idx="725">
                  <c:v>69976.57971010992</c:v>
                </c:pt>
                <c:pt idx="726">
                  <c:v>70065.65495843752</c:v>
                </c:pt>
                <c:pt idx="727">
                  <c:v>70131.7843831315</c:v>
                </c:pt>
                <c:pt idx="728">
                  <c:v>70203.72328476804</c:v>
                </c:pt>
                <c:pt idx="729">
                  <c:v>70257.29021928043</c:v>
                </c:pt>
                <c:pt idx="730">
                  <c:v>70310.85715379282</c:v>
                </c:pt>
                <c:pt idx="731">
                  <c:v>70398.21403743915</c:v>
                </c:pt>
                <c:pt idx="732">
                  <c:v>70496.87508197919</c:v>
                </c:pt>
                <c:pt idx="733">
                  <c:v>70584.52744077887</c:v>
                </c:pt>
                <c:pt idx="734">
                  <c:v>70704.14942817292</c:v>
                </c:pt>
                <c:pt idx="735">
                  <c:v>70748.11356880618</c:v>
                </c:pt>
                <c:pt idx="736">
                  <c:v>70841.07620621343</c:v>
                </c:pt>
                <c:pt idx="737">
                  <c:v>70915.45258966861</c:v>
                </c:pt>
                <c:pt idx="738">
                  <c:v>71023.45244063745</c:v>
                </c:pt>
                <c:pt idx="739">
                  <c:v>70984.81989924403</c:v>
                </c:pt>
                <c:pt idx="740">
                  <c:v>71045.61786703895</c:v>
                </c:pt>
                <c:pt idx="741">
                  <c:v>71114.639031443</c:v>
                </c:pt>
                <c:pt idx="742">
                  <c:v>71202.69616689942</c:v>
                </c:pt>
                <c:pt idx="743">
                  <c:v>71296.71442573587</c:v>
                </c:pt>
                <c:pt idx="744">
                  <c:v>71381.02294880072</c:v>
                </c:pt>
                <c:pt idx="745">
                  <c:v>71462.91390936612</c:v>
                </c:pt>
                <c:pt idx="746">
                  <c:v>71535.10518097831</c:v>
                </c:pt>
                <c:pt idx="747">
                  <c:v>71620.2537292642</c:v>
                </c:pt>
                <c:pt idx="748">
                  <c:v>71699.81864515094</c:v>
                </c:pt>
                <c:pt idx="749">
                  <c:v>71796.07533047316</c:v>
                </c:pt>
                <c:pt idx="750">
                  <c:v>71883.2405704171</c:v>
                </c:pt>
                <c:pt idx="751">
                  <c:v>72003.54205172467</c:v>
                </c:pt>
                <c:pt idx="752">
                  <c:v>72091.16825750985</c:v>
                </c:pt>
                <c:pt idx="753">
                  <c:v>72198.92543281266</c:v>
                </c:pt>
                <c:pt idx="754">
                  <c:v>72287.15478058637</c:v>
                </c:pt>
                <c:pt idx="755">
                  <c:v>72383.53711856088</c:v>
                </c:pt>
                <c:pt idx="756">
                  <c:v>72411.96416025488</c:v>
                </c:pt>
                <c:pt idx="757">
                  <c:v>72498.59001007045</c:v>
                </c:pt>
                <c:pt idx="758">
                  <c:v>72624.69914832171</c:v>
                </c:pt>
                <c:pt idx="759">
                  <c:v>72719.02764364418</c:v>
                </c:pt>
                <c:pt idx="760">
                  <c:v>72791.14968327907</c:v>
                </c:pt>
                <c:pt idx="761">
                  <c:v>72894.75095249964</c:v>
                </c:pt>
                <c:pt idx="762">
                  <c:v>73016.20739081378</c:v>
                </c:pt>
                <c:pt idx="763">
                  <c:v>73109.43544492689</c:v>
                </c:pt>
                <c:pt idx="764">
                  <c:v>73198.5261945312</c:v>
                </c:pt>
                <c:pt idx="765">
                  <c:v>73311.50165471487</c:v>
                </c:pt>
                <c:pt idx="766">
                  <c:v>73388.09988326213</c:v>
                </c:pt>
                <c:pt idx="767">
                  <c:v>73497.86228678864</c:v>
                </c:pt>
                <c:pt idx="768">
                  <c:v>73609.40733411619</c:v>
                </c:pt>
                <c:pt idx="769">
                  <c:v>73720.95238144373</c:v>
                </c:pt>
                <c:pt idx="770">
                  <c:v>73823.12715975287</c:v>
                </c:pt>
                <c:pt idx="771">
                  <c:v>73925.30193806201</c:v>
                </c:pt>
                <c:pt idx="772">
                  <c:v>74032.73916871037</c:v>
                </c:pt>
                <c:pt idx="773">
                  <c:v>74140.17639935872</c:v>
                </c:pt>
                <c:pt idx="774">
                  <c:v>74237.81414609155</c:v>
                </c:pt>
                <c:pt idx="775">
                  <c:v>74330.95273972936</c:v>
                </c:pt>
                <c:pt idx="776">
                  <c:v>74422.8107828628</c:v>
                </c:pt>
                <c:pt idx="777">
                  <c:v>74529.4409973065</c:v>
                </c:pt>
                <c:pt idx="778">
                  <c:v>74621.17065683514</c:v>
                </c:pt>
                <c:pt idx="779">
                  <c:v>74711.79770821553</c:v>
                </c:pt>
                <c:pt idx="780">
                  <c:v>74802.42475959592</c:v>
                </c:pt>
                <c:pt idx="781">
                  <c:v>74902.64823352805</c:v>
                </c:pt>
                <c:pt idx="782">
                  <c:v>75002.87170746017</c:v>
                </c:pt>
                <c:pt idx="783">
                  <c:v>75111.99905805149</c:v>
                </c:pt>
                <c:pt idx="784">
                  <c:v>75194.1984468325</c:v>
                </c:pt>
                <c:pt idx="785">
                  <c:v>75304.91554807546</c:v>
                </c:pt>
                <c:pt idx="786">
                  <c:v>75415.63264931842</c:v>
                </c:pt>
                <c:pt idx="787">
                  <c:v>75497.75238979547</c:v>
                </c:pt>
                <c:pt idx="788">
                  <c:v>75579.87213027252</c:v>
                </c:pt>
                <c:pt idx="789">
                  <c:v>75692.31672904486</c:v>
                </c:pt>
                <c:pt idx="790">
                  <c:v>75762.76822786783</c:v>
                </c:pt>
                <c:pt idx="791">
                  <c:v>75898.7479577654</c:v>
                </c:pt>
                <c:pt idx="792">
                  <c:v>76006.03916646747</c:v>
                </c:pt>
                <c:pt idx="793">
                  <c:v>76106.2626403996</c:v>
                </c:pt>
                <c:pt idx="794">
                  <c:v>76216.97974164256</c:v>
                </c:pt>
                <c:pt idx="795">
                  <c:v>76302.99272571098</c:v>
                </c:pt>
                <c:pt idx="796">
                  <c:v>76394.15932839196</c:v>
                </c:pt>
                <c:pt idx="797">
                  <c:v>76486.21042472009</c:v>
                </c:pt>
                <c:pt idx="798">
                  <c:v>76589.26880487961</c:v>
                </c:pt>
                <c:pt idx="799">
                  <c:v>76685.12346271907</c:v>
                </c:pt>
                <c:pt idx="800">
                  <c:v>76851.05931183619</c:v>
                </c:pt>
                <c:pt idx="801">
                  <c:v>76951.05542680681</c:v>
                </c:pt>
                <c:pt idx="802">
                  <c:v>77047.31661326622</c:v>
                </c:pt>
                <c:pt idx="803">
                  <c:v>77144.53783627074</c:v>
                </c:pt>
                <c:pt idx="804">
                  <c:v>77256.98243504309</c:v>
                </c:pt>
                <c:pt idx="805">
                  <c:v>77374.52328046395</c:v>
                </c:pt>
                <c:pt idx="806">
                  <c:v>77486.40914339849</c:v>
                </c:pt>
                <c:pt idx="807">
                  <c:v>77547.16913183223</c:v>
                </c:pt>
                <c:pt idx="808">
                  <c:v>77634.51047513573</c:v>
                </c:pt>
                <c:pt idx="809">
                  <c:v>77720.52345920415</c:v>
                </c:pt>
                <c:pt idx="810">
                  <c:v>77809.87379074804</c:v>
                </c:pt>
                <c:pt idx="811">
                  <c:v>77911.54163301099</c:v>
                </c:pt>
                <c:pt idx="812">
                  <c:v>78011.23262828412</c:v>
                </c:pt>
                <c:pt idx="813">
                  <c:v>78104.55876957496</c:v>
                </c:pt>
                <c:pt idx="814">
                  <c:v>78190.57175364338</c:v>
                </c:pt>
                <c:pt idx="815">
                  <c:v>78286.34229744092</c:v>
                </c:pt>
                <c:pt idx="816">
                  <c:v>78374.15271190599</c:v>
                </c:pt>
                <c:pt idx="817">
                  <c:v>78461.99598573288</c:v>
                </c:pt>
                <c:pt idx="818">
                  <c:v>78563.66229270688</c:v>
                </c:pt>
                <c:pt idx="819">
                  <c:v>78663.31199051738</c:v>
                </c:pt>
                <c:pt idx="820">
                  <c:v>78791.34648937944</c:v>
                </c:pt>
                <c:pt idx="821">
                  <c:v>78787.19647690044</c:v>
                </c:pt>
                <c:pt idx="822">
                  <c:v>78871.11935703678</c:v>
                </c:pt>
                <c:pt idx="823">
                  <c:v>78958.87740731705</c:v>
                </c:pt>
                <c:pt idx="824">
                  <c:v>79079.09278547169</c:v>
                </c:pt>
                <c:pt idx="825">
                  <c:v>79185.7229999154</c:v>
                </c:pt>
                <c:pt idx="826">
                  <c:v>79308.45260301542</c:v>
                </c:pt>
                <c:pt idx="827">
                  <c:v>79421.86758310114</c:v>
                </c:pt>
                <c:pt idx="828">
                  <c:v>79533.83288204705</c:v>
                </c:pt>
                <c:pt idx="829">
                  <c:v>79699.76873116416</c:v>
                </c:pt>
                <c:pt idx="830">
                  <c:v>79705.8353721654</c:v>
                </c:pt>
                <c:pt idx="831">
                  <c:v>79807.93898887979</c:v>
                </c:pt>
                <c:pt idx="832">
                  <c:v>79887.37810721954</c:v>
                </c:pt>
                <c:pt idx="833">
                  <c:v>79975.15587596272</c:v>
                </c:pt>
                <c:pt idx="834">
                  <c:v>80076.95008710863</c:v>
                </c:pt>
                <c:pt idx="835">
                  <c:v>80157.74494348731</c:v>
                </c:pt>
                <c:pt idx="836">
                  <c:v>80239.81953542893</c:v>
                </c:pt>
                <c:pt idx="837">
                  <c:v>80372.88475338668</c:v>
                </c:pt>
                <c:pt idx="838">
                  <c:v>80473.09631919744</c:v>
                </c:pt>
                <c:pt idx="839">
                  <c:v>80606.16153715519</c:v>
                </c:pt>
                <c:pt idx="840">
                  <c:v>80707.83366399047</c:v>
                </c:pt>
                <c:pt idx="841">
                  <c:v>80784.84462139427</c:v>
                </c:pt>
                <c:pt idx="842">
                  <c:v>80861.85557879806</c:v>
                </c:pt>
                <c:pt idx="843">
                  <c:v>80948.09680452247</c:v>
                </c:pt>
                <c:pt idx="844">
                  <c:v>81011.33106839255</c:v>
                </c:pt>
                <c:pt idx="845">
                  <c:v>81106.13717688863</c:v>
                </c:pt>
                <c:pt idx="846">
                  <c:v>81167.29671452775</c:v>
                </c:pt>
                <c:pt idx="847">
                  <c:v>81265.69447332944</c:v>
                </c:pt>
                <c:pt idx="848">
                  <c:v>81349.04156422094</c:v>
                </c:pt>
                <c:pt idx="849">
                  <c:v>81444.94463208437</c:v>
                </c:pt>
                <c:pt idx="850">
                  <c:v>81548.92992951855</c:v>
                </c:pt>
                <c:pt idx="851">
                  <c:v>81689.75307196834</c:v>
                </c:pt>
                <c:pt idx="852">
                  <c:v>81774.79567596136</c:v>
                </c:pt>
                <c:pt idx="853">
                  <c:v>81874.63504717081</c:v>
                </c:pt>
                <c:pt idx="854">
                  <c:v>81955.73720690329</c:v>
                </c:pt>
                <c:pt idx="855">
                  <c:v>82051.98535727187</c:v>
                </c:pt>
                <c:pt idx="856">
                  <c:v>82173.7686903191</c:v>
                </c:pt>
                <c:pt idx="857">
                  <c:v>82267.74609922094</c:v>
                </c:pt>
                <c:pt idx="858">
                  <c:v>82353.36572406093</c:v>
                </c:pt>
                <c:pt idx="859">
                  <c:v>82408.65596171636</c:v>
                </c:pt>
                <c:pt idx="860">
                  <c:v>82482.69836162619</c:v>
                </c:pt>
                <c:pt idx="861">
                  <c:v>82567.03655159773</c:v>
                </c:pt>
                <c:pt idx="862">
                  <c:v>82670.61705388951</c:v>
                </c:pt>
                <c:pt idx="863">
                  <c:v>82761.57716927928</c:v>
                </c:pt>
                <c:pt idx="864">
                  <c:v>82871.72514282592</c:v>
                </c:pt>
                <c:pt idx="865">
                  <c:v>83014.05535315326</c:v>
                </c:pt>
                <c:pt idx="866">
                  <c:v>83095.55358916747</c:v>
                </c:pt>
                <c:pt idx="867">
                  <c:v>83232.16731211143</c:v>
                </c:pt>
                <c:pt idx="868">
                  <c:v>83329.27230490417</c:v>
                </c:pt>
                <c:pt idx="869">
                  <c:v>83450.64784966875</c:v>
                </c:pt>
                <c:pt idx="870">
                  <c:v>83561.94361724702</c:v>
                </c:pt>
                <c:pt idx="871">
                  <c:v>83680.30446554486</c:v>
                </c:pt>
                <c:pt idx="872">
                  <c:v>83761.29666343557</c:v>
                </c:pt>
                <c:pt idx="873">
                  <c:v>83875.7647008979</c:v>
                </c:pt>
                <c:pt idx="874">
                  <c:v>83971.98230636661</c:v>
                </c:pt>
                <c:pt idx="875">
                  <c:v>84105.93725582318</c:v>
                </c:pt>
                <c:pt idx="876">
                  <c:v>84206.10966677875</c:v>
                </c:pt>
                <c:pt idx="877">
                  <c:v>84291.35946917505</c:v>
                </c:pt>
                <c:pt idx="878">
                  <c:v>84397.81177909534</c:v>
                </c:pt>
                <c:pt idx="879">
                  <c:v>84495.15037779657</c:v>
                </c:pt>
                <c:pt idx="880">
                  <c:v>84546.1532716078</c:v>
                </c:pt>
                <c:pt idx="881">
                  <c:v>84651.29416370131</c:v>
                </c:pt>
                <c:pt idx="882">
                  <c:v>84743.72439108398</c:v>
                </c:pt>
                <c:pt idx="883">
                  <c:v>84844.51536066503</c:v>
                </c:pt>
                <c:pt idx="884">
                  <c:v>84989.5793733851</c:v>
                </c:pt>
                <c:pt idx="885">
                  <c:v>85060.6930847086</c:v>
                </c:pt>
                <c:pt idx="886">
                  <c:v>85171.00614275674</c:v>
                </c:pt>
                <c:pt idx="887">
                  <c:v>85256.15592677236</c:v>
                </c:pt>
                <c:pt idx="888">
                  <c:v>85396.12547425539</c:v>
                </c:pt>
                <c:pt idx="889">
                  <c:v>85460.38592524314</c:v>
                </c:pt>
                <c:pt idx="890">
                  <c:v>85561.83255804198</c:v>
                </c:pt>
                <c:pt idx="891">
                  <c:v>85662.70940456106</c:v>
                </c:pt>
                <c:pt idx="892">
                  <c:v>85770.28080684152</c:v>
                </c:pt>
                <c:pt idx="893">
                  <c:v>85861.3086483392</c:v>
                </c:pt>
                <c:pt idx="894">
                  <c:v>85962.06287974355</c:v>
                </c:pt>
                <c:pt idx="895">
                  <c:v>85996.58417297795</c:v>
                </c:pt>
                <c:pt idx="896">
                  <c:v>86033.22928049856</c:v>
                </c:pt>
                <c:pt idx="897">
                  <c:v>86120.91699540398</c:v>
                </c:pt>
                <c:pt idx="898">
                  <c:v>86210.78201996637</c:v>
                </c:pt>
                <c:pt idx="899">
                  <c:v>86295.99219263559</c:v>
                </c:pt>
                <c:pt idx="900">
                  <c:v>86420.78720197384</c:v>
                </c:pt>
                <c:pt idx="901">
                  <c:v>86524.62690383014</c:v>
                </c:pt>
                <c:pt idx="902">
                  <c:v>86628.90506697836</c:v>
                </c:pt>
                <c:pt idx="903">
                  <c:v>86728.2597011697</c:v>
                </c:pt>
                <c:pt idx="904">
                  <c:v>86823.72701245511</c:v>
                </c:pt>
                <c:pt idx="905">
                  <c:v>86914.00291010775</c:v>
                </c:pt>
                <c:pt idx="906">
                  <c:v>87039.48065409549</c:v>
                </c:pt>
                <c:pt idx="907">
                  <c:v>87165.37355100816</c:v>
                </c:pt>
                <c:pt idx="908">
                  <c:v>87247.4952603103</c:v>
                </c:pt>
                <c:pt idx="909">
                  <c:v>87323.06922123797</c:v>
                </c:pt>
                <c:pt idx="910">
                  <c:v>87414.13620290268</c:v>
                </c:pt>
                <c:pt idx="911">
                  <c:v>87516.50577226092</c:v>
                </c:pt>
                <c:pt idx="912">
                  <c:v>87591.94492825013</c:v>
                </c:pt>
                <c:pt idx="913">
                  <c:v>87681.384522512</c:v>
                </c:pt>
                <c:pt idx="914">
                  <c:v>87806.9411394277</c:v>
                </c:pt>
                <c:pt idx="915">
                  <c:v>87890.99436306437</c:v>
                </c:pt>
                <c:pt idx="916">
                  <c:v>87995.57054090255</c:v>
                </c:pt>
                <c:pt idx="917">
                  <c:v>88124.61876713022</c:v>
                </c:pt>
                <c:pt idx="918">
                  <c:v>88206.01681766922</c:v>
                </c:pt>
                <c:pt idx="919">
                  <c:v>88292.39326357888</c:v>
                </c:pt>
                <c:pt idx="920">
                  <c:v>88382.51355818943</c:v>
                </c:pt>
                <c:pt idx="921">
                  <c:v>88477.59726564262</c:v>
                </c:pt>
                <c:pt idx="922">
                  <c:v>88579.54253935644</c:v>
                </c:pt>
                <c:pt idx="923">
                  <c:v>88686.57838171665</c:v>
                </c:pt>
                <c:pt idx="924">
                  <c:v>88761.92704020493</c:v>
                </c:pt>
                <c:pt idx="925">
                  <c:v>88846.09623650015</c:v>
                </c:pt>
                <c:pt idx="926">
                  <c:v>88950.31498460133</c:v>
                </c:pt>
                <c:pt idx="927">
                  <c:v>89030.80755232679</c:v>
                </c:pt>
                <c:pt idx="928">
                  <c:v>89085.10160763103</c:v>
                </c:pt>
                <c:pt idx="929">
                  <c:v>89165.81283891998</c:v>
                </c:pt>
                <c:pt idx="930">
                  <c:v>89289.17071195431</c:v>
                </c:pt>
                <c:pt idx="931">
                  <c:v>89392.39814517625</c:v>
                </c:pt>
                <c:pt idx="932">
                  <c:v>89476.89547739764</c:v>
                </c:pt>
                <c:pt idx="933">
                  <c:v>89579.95516258125</c:v>
                </c:pt>
                <c:pt idx="934">
                  <c:v>89677.91123973626</c:v>
                </c:pt>
                <c:pt idx="935">
                  <c:v>89824.26817781731</c:v>
                </c:pt>
                <c:pt idx="936">
                  <c:v>89970.62640290077</c:v>
                </c:pt>
                <c:pt idx="937">
                  <c:v>90101.8408755463</c:v>
                </c:pt>
                <c:pt idx="938">
                  <c:v>90169.73399555194</c:v>
                </c:pt>
                <c:pt idx="939">
                  <c:v>90315.97868689644</c:v>
                </c:pt>
                <c:pt idx="940">
                  <c:v>90414.1291305302</c:v>
                </c:pt>
                <c:pt idx="941">
                  <c:v>90517.36105394474</c:v>
                </c:pt>
                <c:pt idx="942">
                  <c:v>90663.64534772269</c:v>
                </c:pt>
                <c:pt idx="943">
                  <c:v>90758.50380914779</c:v>
                </c:pt>
                <c:pt idx="944">
                  <c:v>90859.56537634842</c:v>
                </c:pt>
                <c:pt idx="945">
                  <c:v>90962.79794697583</c:v>
                </c:pt>
                <c:pt idx="946">
                  <c:v>91087.78482084013</c:v>
                </c:pt>
                <c:pt idx="947">
                  <c:v>91154.56650620038</c:v>
                </c:pt>
                <c:pt idx="948">
                  <c:v>91242.67513223564</c:v>
                </c:pt>
                <c:pt idx="949">
                  <c:v>91407.07504474823</c:v>
                </c:pt>
                <c:pt idx="950">
                  <c:v>91514.10510093639</c:v>
                </c:pt>
                <c:pt idx="951">
                  <c:v>91621.13514472508</c:v>
                </c:pt>
                <c:pt idx="952">
                  <c:v>91731.56690444828</c:v>
                </c:pt>
                <c:pt idx="953">
                  <c:v>91831.66252755362</c:v>
                </c:pt>
                <c:pt idx="954">
                  <c:v>91926.39191791623</c:v>
                </c:pt>
                <c:pt idx="955">
                  <c:v>92050.10095586971</c:v>
                </c:pt>
                <c:pt idx="956">
                  <c:v>92136.55482067082</c:v>
                </c:pt>
                <c:pt idx="957">
                  <c:v>92232.19244831608</c:v>
                </c:pt>
                <c:pt idx="958">
                  <c:v>92338.16748370229</c:v>
                </c:pt>
                <c:pt idx="959">
                  <c:v>92467.06020065217</c:v>
                </c:pt>
                <c:pt idx="960">
                  <c:v>92530.95589613126</c:v>
                </c:pt>
                <c:pt idx="961">
                  <c:v>92626.5673058167</c:v>
                </c:pt>
                <c:pt idx="962">
                  <c:v>92719.06347106345</c:v>
                </c:pt>
                <c:pt idx="963">
                  <c:v>92798.96009032437</c:v>
                </c:pt>
                <c:pt idx="964">
                  <c:v>92907.42828157089</c:v>
                </c:pt>
                <c:pt idx="965">
                  <c:v>92971.2618192911</c:v>
                </c:pt>
                <c:pt idx="966">
                  <c:v>92957.89950194427</c:v>
                </c:pt>
                <c:pt idx="967">
                  <c:v>93059.03344813125</c:v>
                </c:pt>
                <c:pt idx="968">
                  <c:v>93141.69926727457</c:v>
                </c:pt>
                <c:pt idx="969">
                  <c:v>93255.63206011172</c:v>
                </c:pt>
                <c:pt idx="970">
                  <c:v>93365.77976563464</c:v>
                </c:pt>
                <c:pt idx="971">
                  <c:v>93444.97392325143</c:v>
                </c:pt>
                <c:pt idx="972">
                  <c:v>93538.71348668971</c:v>
                </c:pt>
                <c:pt idx="973">
                  <c:v>93632.27819270686</c:v>
                </c:pt>
                <c:pt idx="974">
                  <c:v>93725.84271262084</c:v>
                </c:pt>
                <c:pt idx="975">
                  <c:v>93823.19416959625</c:v>
                </c:pt>
                <c:pt idx="976">
                  <c:v>93904.15173446022</c:v>
                </c:pt>
                <c:pt idx="977">
                  <c:v>93985.54275721121</c:v>
                </c:pt>
                <c:pt idx="978">
                  <c:v>94079.10725088403</c:v>
                </c:pt>
                <c:pt idx="979">
                  <c:v>94172.84673671912</c:v>
                </c:pt>
                <c:pt idx="980">
                  <c:v>94253.8046659272</c:v>
                </c:pt>
                <c:pt idx="981">
                  <c:v>94359.22222818778</c:v>
                </c:pt>
                <c:pt idx="982">
                  <c:v>94501.9114141747</c:v>
                </c:pt>
                <c:pt idx="983">
                  <c:v>94616.90201568422</c:v>
                </c:pt>
                <c:pt idx="984">
                  <c:v>94753.3180798259</c:v>
                </c:pt>
                <c:pt idx="985">
                  <c:v>94841.68988625116</c:v>
                </c:pt>
                <c:pt idx="986">
                  <c:v>94944.34832331035</c:v>
                </c:pt>
                <c:pt idx="987">
                  <c:v>95048.2616762553</c:v>
                </c:pt>
                <c:pt idx="988">
                  <c:v>95119.6137812677</c:v>
                </c:pt>
                <c:pt idx="989">
                  <c:v>95263.78470816546</c:v>
                </c:pt>
                <c:pt idx="990">
                  <c:v>95362.28404067605</c:v>
                </c:pt>
                <c:pt idx="991">
                  <c:v>95453.57598165653</c:v>
                </c:pt>
                <c:pt idx="992">
                  <c:v>95568.8055334804</c:v>
                </c:pt>
                <c:pt idx="993">
                  <c:v>95693.65332721178</c:v>
                </c:pt>
                <c:pt idx="994">
                  <c:v>95754.59957871286</c:v>
                </c:pt>
                <c:pt idx="995">
                  <c:v>95872.14071265505</c:v>
                </c:pt>
                <c:pt idx="996">
                  <c:v>95961.47089389215</c:v>
                </c:pt>
                <c:pt idx="997">
                  <c:v>96047.79391016062</c:v>
                </c:pt>
                <c:pt idx="998">
                  <c:v>96140.3612797079</c:v>
                </c:pt>
                <c:pt idx="999">
                  <c:v>96237.37015154734</c:v>
                </c:pt>
                <c:pt idx="1000">
                  <c:v>96334.3301514242</c:v>
                </c:pt>
                <c:pt idx="1001">
                  <c:v>96439.02339310877</c:v>
                </c:pt>
                <c:pt idx="1002">
                  <c:v>96579.04278395233</c:v>
                </c:pt>
                <c:pt idx="1003">
                  <c:v>96675.99057669983</c:v>
                </c:pt>
                <c:pt idx="1004">
                  <c:v>96751.12872490457</c:v>
                </c:pt>
                <c:pt idx="1005">
                  <c:v>96809.53688015464</c:v>
                </c:pt>
                <c:pt idx="1006">
                  <c:v>96920.35317442544</c:v>
                </c:pt>
                <c:pt idx="1007">
                  <c:v>97025.05200175385</c:v>
                </c:pt>
                <c:pt idx="1008">
                  <c:v>97082.08142711653</c:v>
                </c:pt>
                <c:pt idx="1009">
                  <c:v>97176.7387842788</c:v>
                </c:pt>
                <c:pt idx="1010">
                  <c:v>97269.3058758637</c:v>
                </c:pt>
                <c:pt idx="1011">
                  <c:v>97363.25831534989</c:v>
                </c:pt>
                <c:pt idx="1012">
                  <c:v>97447.97292669633</c:v>
                </c:pt>
                <c:pt idx="1013">
                  <c:v>97538.76904703409</c:v>
                </c:pt>
                <c:pt idx="1014">
                  <c:v>97638.26824146233</c:v>
                </c:pt>
                <c:pt idx="1015">
                  <c:v>97727.79168377155</c:v>
                </c:pt>
                <c:pt idx="1016">
                  <c:v>97822.375773635</c:v>
                </c:pt>
                <c:pt idx="1017">
                  <c:v>97916.32821312117</c:v>
                </c:pt>
                <c:pt idx="1018">
                  <c:v>98011.74219056404</c:v>
                </c:pt>
                <c:pt idx="1019">
                  <c:v>98115.02953129463</c:v>
                </c:pt>
                <c:pt idx="1020">
                  <c:v>98228.30837386177</c:v>
                </c:pt>
                <c:pt idx="1021">
                  <c:v>98297.6406859862</c:v>
                </c:pt>
                <c:pt idx="1022">
                  <c:v>98356.02134917148</c:v>
                </c:pt>
                <c:pt idx="1023">
                  <c:v>98425.35366129591</c:v>
                </c:pt>
                <c:pt idx="1024">
                  <c:v>98583.50409733817</c:v>
                </c:pt>
                <c:pt idx="1025">
                  <c:v>98679.6863838314</c:v>
                </c:pt>
                <c:pt idx="1026">
                  <c:v>98774.48875393302</c:v>
                </c:pt>
                <c:pt idx="1027">
                  <c:v>98863.8569958414</c:v>
                </c:pt>
                <c:pt idx="1028">
                  <c:v>98955.30819696236</c:v>
                </c:pt>
                <c:pt idx="1029">
                  <c:v>99054.63213099336</c:v>
                </c:pt>
                <c:pt idx="1030">
                  <c:v>99153.62158558321</c:v>
                </c:pt>
                <c:pt idx="1031">
                  <c:v>99280.30635643365</c:v>
                </c:pt>
                <c:pt idx="1032">
                  <c:v>99376.91146527063</c:v>
                </c:pt>
                <c:pt idx="1033">
                  <c:v>99473.52059447877</c:v>
                </c:pt>
                <c:pt idx="1034">
                  <c:v>99564.97179559973</c:v>
                </c:pt>
                <c:pt idx="1035">
                  <c:v>99661.56844864014</c:v>
                </c:pt>
                <c:pt idx="1036">
                  <c:v>99765.35516768286</c:v>
                </c:pt>
                <c:pt idx="1037">
                  <c:v>99836.01400040301</c:v>
                </c:pt>
                <c:pt idx="1038">
                  <c:v>99932.62396517633</c:v>
                </c:pt>
                <c:pt idx="1039">
                  <c:v>100039.51038572096</c:v>
                </c:pt>
                <c:pt idx="1040">
                  <c:v>100139.2572919169</c:v>
                </c:pt>
                <c:pt idx="1041">
                  <c:v>100246.59226686029</c:v>
                </c:pt>
                <c:pt idx="1042">
                  <c:v>100331.61846078004</c:v>
                </c:pt>
                <c:pt idx="1043">
                  <c:v>100443.95642513009</c:v>
                </c:pt>
                <c:pt idx="1044">
                  <c:v>100539.5129193235</c:v>
                </c:pt>
                <c:pt idx="1045">
                  <c:v>100625.17537816682</c:v>
                </c:pt>
                <c:pt idx="1046">
                  <c:v>100716.88595345024</c:v>
                </c:pt>
                <c:pt idx="1047">
                  <c:v>100753.12255208316</c:v>
                </c:pt>
                <c:pt idx="1048">
                  <c:v>100861.4859092805</c:v>
                </c:pt>
                <c:pt idx="1049">
                  <c:v>100966.09107913963</c:v>
                </c:pt>
                <c:pt idx="1050">
                  <c:v>101077.0145638455</c:v>
                </c:pt>
                <c:pt idx="1051">
                  <c:v>101105.00865315943</c:v>
                </c:pt>
                <c:pt idx="1052">
                  <c:v>101205.0268379592</c:v>
                </c:pt>
                <c:pt idx="1053">
                  <c:v>101302.88171574636</c:v>
                </c:pt>
                <c:pt idx="1054">
                  <c:v>101401.31943225027</c:v>
                </c:pt>
                <c:pt idx="1055">
                  <c:v>101491.83106006375</c:v>
                </c:pt>
                <c:pt idx="1056">
                  <c:v>101579.13534834642</c:v>
                </c:pt>
                <c:pt idx="1057">
                  <c:v>101672.4447934157</c:v>
                </c:pt>
                <c:pt idx="1058">
                  <c:v>101764.3431092127</c:v>
                </c:pt>
                <c:pt idx="1059">
                  <c:v>101861.57533244052</c:v>
                </c:pt>
                <c:pt idx="1060">
                  <c:v>101970.73278207784</c:v>
                </c:pt>
                <c:pt idx="1061">
                  <c:v>102061.24358384532</c:v>
                </c:pt>
                <c:pt idx="1062">
                  <c:v>102157.24006570976</c:v>
                </c:pt>
                <c:pt idx="1063">
                  <c:v>102260.44361782698</c:v>
                </c:pt>
                <c:pt idx="1064">
                  <c:v>102353.85672280537</c:v>
                </c:pt>
                <c:pt idx="1065">
                  <c:v>102460.69186865177</c:v>
                </c:pt>
                <c:pt idx="1066">
                  <c:v>102566.88511956773</c:v>
                </c:pt>
                <c:pt idx="1067">
                  <c:v>102689.70367307488</c:v>
                </c:pt>
                <c:pt idx="1068">
                  <c:v>102795.9838606025</c:v>
                </c:pt>
                <c:pt idx="1069">
                  <c:v>102916.00135838296</c:v>
                </c:pt>
                <c:pt idx="1070">
                  <c:v>103024.21831191296</c:v>
                </c:pt>
                <c:pt idx="1071">
                  <c:v>103120.47169949168</c:v>
                </c:pt>
                <c:pt idx="1072">
                  <c:v>103231.57547615052</c:v>
                </c:pt>
                <c:pt idx="1073">
                  <c:v>103325.27030726118</c:v>
                </c:pt>
                <c:pt idx="1074">
                  <c:v>103430.67689324579</c:v>
                </c:pt>
                <c:pt idx="1075">
                  <c:v>103533.73009221238</c:v>
                </c:pt>
                <c:pt idx="1076">
                  <c:v>103628.91879794907</c:v>
                </c:pt>
                <c:pt idx="1077">
                  <c:v>103739.54587002167</c:v>
                </c:pt>
                <c:pt idx="1078">
                  <c:v>103841.0738894353</c:v>
                </c:pt>
                <c:pt idx="1079">
                  <c:v>103942.5999870566</c:v>
                </c:pt>
                <c:pt idx="1080">
                  <c:v>104061.66997522864</c:v>
                </c:pt>
                <c:pt idx="1081">
                  <c:v>104175.08450485546</c:v>
                </c:pt>
                <c:pt idx="1082">
                  <c:v>104230.6072122882</c:v>
                </c:pt>
                <c:pt idx="1083">
                  <c:v>104317.63368202717</c:v>
                </c:pt>
                <c:pt idx="1084">
                  <c:v>104421.17411111812</c:v>
                </c:pt>
                <c:pt idx="1085">
                  <c:v>104520.70851394256</c:v>
                </c:pt>
                <c:pt idx="1086">
                  <c:v>104607.8063941992</c:v>
                </c:pt>
                <c:pt idx="1087">
                  <c:v>104711.7722424303</c:v>
                </c:pt>
                <c:pt idx="1088">
                  <c:v>104813.61016754947</c:v>
                </c:pt>
                <c:pt idx="1089">
                  <c:v>104920.75503183146</c:v>
                </c:pt>
                <c:pt idx="1090">
                  <c:v>105043.61296531433</c:v>
                </c:pt>
                <c:pt idx="1091">
                  <c:v>105136.13659616136</c:v>
                </c:pt>
                <c:pt idx="1092">
                  <c:v>105249.9906807298</c:v>
                </c:pt>
                <c:pt idx="1093">
                  <c:v>105363.84181924544</c:v>
                </c:pt>
                <c:pt idx="1094">
                  <c:v>105486.87468919734</c:v>
                </c:pt>
                <c:pt idx="1095">
                  <c:v>105591.84225619196</c:v>
                </c:pt>
                <c:pt idx="1096">
                  <c:v>105705.6799020536</c:v>
                </c:pt>
                <c:pt idx="1097">
                  <c:v>105805.43257643936</c:v>
                </c:pt>
                <c:pt idx="1098">
                  <c:v>105919.97592749902</c:v>
                </c:pt>
                <c:pt idx="1099">
                  <c:v>106032.48423162449</c:v>
                </c:pt>
                <c:pt idx="1100">
                  <c:v>106109.4897300966</c:v>
                </c:pt>
                <c:pt idx="1101">
                  <c:v>106172.98918036617</c:v>
                </c:pt>
                <c:pt idx="1102">
                  <c:v>106254.86127017201</c:v>
                </c:pt>
                <c:pt idx="1103">
                  <c:v>106351.78959122681</c:v>
                </c:pt>
                <c:pt idx="1104">
                  <c:v>106438.8174543368</c:v>
                </c:pt>
                <c:pt idx="1105">
                  <c:v>106518.65689724387</c:v>
                </c:pt>
                <c:pt idx="1106">
                  <c:v>106650.16850241447</c:v>
                </c:pt>
                <c:pt idx="1107">
                  <c:v>106735.83425143536</c:v>
                </c:pt>
                <c:pt idx="1108">
                  <c:v>106822.80328189007</c:v>
                </c:pt>
                <c:pt idx="1109">
                  <c:v>106894.89097288543</c:v>
                </c:pt>
                <c:pt idx="1110">
                  <c:v>107023.79283789732</c:v>
                </c:pt>
                <c:pt idx="1111">
                  <c:v>107109.45184847328</c:v>
                </c:pt>
                <c:pt idx="1112">
                  <c:v>107221.41019761586</c:v>
                </c:pt>
                <c:pt idx="1113">
                  <c:v>107327.95091589463</c:v>
                </c:pt>
                <c:pt idx="1114">
                  <c:v>107414.41053411702</c:v>
                </c:pt>
                <c:pt idx="1115">
                  <c:v>107513.51872990384</c:v>
                </c:pt>
                <c:pt idx="1116">
                  <c:v>107602.2959236789</c:v>
                </c:pt>
                <c:pt idx="1117">
                  <c:v>107697.88592724527</c:v>
                </c:pt>
                <c:pt idx="1118">
                  <c:v>107785.84215733066</c:v>
                </c:pt>
                <c:pt idx="1119">
                  <c:v>107863.33692913309</c:v>
                </c:pt>
                <c:pt idx="1120">
                  <c:v>107965.68499556824</c:v>
                </c:pt>
                <c:pt idx="1121">
                  <c:v>108080.08968997996</c:v>
                </c:pt>
                <c:pt idx="1122">
                  <c:v>108162.75619109288</c:v>
                </c:pt>
                <c:pt idx="1123">
                  <c:v>108248.56945918649</c:v>
                </c:pt>
                <c:pt idx="1124">
                  <c:v>108348.12227636247</c:v>
                </c:pt>
                <c:pt idx="1125">
                  <c:v>108459.28057484944</c:v>
                </c:pt>
                <c:pt idx="1126">
                  <c:v>108522.16469152503</c:v>
                </c:pt>
                <c:pt idx="1127">
                  <c:v>108626.82674209753</c:v>
                </c:pt>
                <c:pt idx="1128">
                  <c:v>108725.96464197389</c:v>
                </c:pt>
                <c:pt idx="1129">
                  <c:v>108828.127612445</c:v>
                </c:pt>
                <c:pt idx="1130">
                  <c:v>108930.55490110382</c:v>
                </c:pt>
                <c:pt idx="1131">
                  <c:v>109018.72894574158</c:v>
                </c:pt>
                <c:pt idx="1132">
                  <c:v>109123.16346911523</c:v>
                </c:pt>
                <c:pt idx="1133">
                  <c:v>109186.53935268469</c:v>
                </c:pt>
                <c:pt idx="1134">
                  <c:v>109274.63635377328</c:v>
                </c:pt>
                <c:pt idx="1135">
                  <c:v>109382.02605099724</c:v>
                </c:pt>
                <c:pt idx="1136">
                  <c:v>109462.56107022779</c:v>
                </c:pt>
                <c:pt idx="1137">
                  <c:v>109534.49595983433</c:v>
                </c:pt>
                <c:pt idx="1138">
                  <c:v>109591.85090400414</c:v>
                </c:pt>
                <c:pt idx="1139">
                  <c:v>109690.32104075736</c:v>
                </c:pt>
                <c:pt idx="1140">
                  <c:v>109796.50647046971</c:v>
                </c:pt>
                <c:pt idx="1141">
                  <c:v>109898.46039793428</c:v>
                </c:pt>
                <c:pt idx="1142">
                  <c:v>109991.13459803163</c:v>
                </c:pt>
                <c:pt idx="1143">
                  <c:v>110095.94574836075</c:v>
                </c:pt>
                <c:pt idx="1144">
                  <c:v>110204.87756950042</c:v>
                </c:pt>
                <c:pt idx="1145">
                  <c:v>110292.53266974617</c:v>
                </c:pt>
                <c:pt idx="1146">
                  <c:v>110412.94482209138</c:v>
                </c:pt>
                <c:pt idx="1147">
                  <c:v>110483.26784984674</c:v>
                </c:pt>
                <c:pt idx="1148">
                  <c:v>110598.27496869717</c:v>
                </c:pt>
                <c:pt idx="1149">
                  <c:v>110694.00846172104</c:v>
                </c:pt>
                <c:pt idx="1150">
                  <c:v>110786.32786507938</c:v>
                </c:pt>
                <c:pt idx="1151">
                  <c:v>110873.98296532514</c:v>
                </c:pt>
                <c:pt idx="1152">
                  <c:v>110966.30236868348</c:v>
                </c:pt>
                <c:pt idx="1153">
                  <c:v>111053.95746892923</c:v>
                </c:pt>
                <c:pt idx="1154">
                  <c:v>111170.59019988419</c:v>
                </c:pt>
                <c:pt idx="1155">
                  <c:v>111275.3967656894</c:v>
                </c:pt>
                <c:pt idx="1156">
                  <c:v>111371.84015403628</c:v>
                </c:pt>
                <c:pt idx="1157">
                  <c:v>111452.5556365828</c:v>
                </c:pt>
                <c:pt idx="1158">
                  <c:v>111563.53944307349</c:v>
                </c:pt>
                <c:pt idx="1159">
                  <c:v>111659.58734844576</c:v>
                </c:pt>
                <c:pt idx="1160">
                  <c:v>111752.1502634153</c:v>
                </c:pt>
                <c:pt idx="1161">
                  <c:v>111854.01457257483</c:v>
                </c:pt>
                <c:pt idx="1162">
                  <c:v>111950.40353473049</c:v>
                </c:pt>
                <c:pt idx="1163">
                  <c:v>112060.35372595751</c:v>
                </c:pt>
                <c:pt idx="1164">
                  <c:v>112218.27608783063</c:v>
                </c:pt>
                <c:pt idx="1165">
                  <c:v>112286.58872327296</c:v>
                </c:pt>
                <c:pt idx="1166">
                  <c:v>112374.27107830433</c:v>
                </c:pt>
                <c:pt idx="1167">
                  <c:v>112470.69447700014</c:v>
                </c:pt>
                <c:pt idx="1168">
                  <c:v>112558.42352442026</c:v>
                </c:pt>
                <c:pt idx="1169">
                  <c:v>112656.38021966888</c:v>
                </c:pt>
                <c:pt idx="1170">
                  <c:v>112772.79898157837</c:v>
                </c:pt>
                <c:pt idx="1171">
                  <c:v>112878.65495819268</c:v>
                </c:pt>
                <c:pt idx="1172">
                  <c:v>112971.30982884</c:v>
                </c:pt>
                <c:pt idx="1173">
                  <c:v>113060.08297788404</c:v>
                </c:pt>
                <c:pt idx="1174">
                  <c:v>113121.46304066997</c:v>
                </c:pt>
                <c:pt idx="1175">
                  <c:v>113235.920404883</c:v>
                </c:pt>
                <c:pt idx="1176">
                  <c:v>113323.60396373452</c:v>
                </c:pt>
                <c:pt idx="1177">
                  <c:v>113434.47628472248</c:v>
                </c:pt>
                <c:pt idx="1178">
                  <c:v>113550.15466332468</c:v>
                </c:pt>
                <c:pt idx="1179">
                  <c:v>113676.98660141887</c:v>
                </c:pt>
                <c:pt idx="1180">
                  <c:v>113770.60177348049</c:v>
                </c:pt>
                <c:pt idx="1181">
                  <c:v>113864.73914278207</c:v>
                </c:pt>
                <c:pt idx="1182">
                  <c:v>113966.89380520309</c:v>
                </c:pt>
                <c:pt idx="1183">
                  <c:v>114053.45426275398</c:v>
                </c:pt>
                <c:pt idx="1184">
                  <c:v>114159.17022443553</c:v>
                </c:pt>
                <c:pt idx="1185">
                  <c:v>114254.44050694573</c:v>
                </c:pt>
                <c:pt idx="1186">
                  <c:v>114368.44956045045</c:v>
                </c:pt>
                <c:pt idx="1187">
                  <c:v>114460.13810010972</c:v>
                </c:pt>
                <c:pt idx="1188">
                  <c:v>114539.9427649852</c:v>
                </c:pt>
                <c:pt idx="1189">
                  <c:v>114629.80493817938</c:v>
                </c:pt>
                <c:pt idx="1190">
                  <c:v>114726.49054419578</c:v>
                </c:pt>
                <c:pt idx="1191">
                  <c:v>114870.15864143295</c:v>
                </c:pt>
                <c:pt idx="1192">
                  <c:v>114994.24566031416</c:v>
                </c:pt>
                <c:pt idx="1193">
                  <c:v>115040.30467516187</c:v>
                </c:pt>
                <c:pt idx="1194">
                  <c:v>115136.06190456606</c:v>
                </c:pt>
                <c:pt idx="1195">
                  <c:v>115241.65378492876</c:v>
                </c:pt>
                <c:pt idx="1196">
                  <c:v>115356.94355538789</c:v>
                </c:pt>
                <c:pt idx="1197">
                  <c:v>115450.86409515809</c:v>
                </c:pt>
                <c:pt idx="1198">
                  <c:v>115544.69331840749</c:v>
                </c:pt>
                <c:pt idx="1199">
                  <c:v>115636.92706592903</c:v>
                </c:pt>
                <c:pt idx="1200">
                  <c:v>115690.36845806497</c:v>
                </c:pt>
                <c:pt idx="1201">
                  <c:v>115833.64117473512</c:v>
                </c:pt>
                <c:pt idx="1202">
                  <c:v>115925.66049879543</c:v>
                </c:pt>
                <c:pt idx="1203">
                  <c:v>116046.95869610064</c:v>
                </c:pt>
                <c:pt idx="1204">
                  <c:v>116154.44936633427</c:v>
                </c:pt>
                <c:pt idx="1205">
                  <c:v>116235.51822901066</c:v>
                </c:pt>
                <c:pt idx="1206">
                  <c:v>116323.94866626692</c:v>
                </c:pt>
                <c:pt idx="1207">
                  <c:v>116414.24221740168</c:v>
                </c:pt>
                <c:pt idx="1208">
                  <c:v>116507.97503321758</c:v>
                </c:pt>
                <c:pt idx="1209">
                  <c:v>116613.19054895548</c:v>
                </c:pt>
                <c:pt idx="1210">
                  <c:v>116718.4057829538</c:v>
                </c:pt>
                <c:pt idx="1211">
                  <c:v>116812.13617417851</c:v>
                </c:pt>
                <c:pt idx="1212">
                  <c:v>116902.42655603841</c:v>
                </c:pt>
                <c:pt idx="1213">
                  <c:v>116996.1570690141</c:v>
                </c:pt>
                <c:pt idx="1214">
                  <c:v>117012.70269481656</c:v>
                </c:pt>
                <c:pt idx="1215">
                  <c:v>117074.23221216846</c:v>
                </c:pt>
                <c:pt idx="1216">
                  <c:v>117126.96490028598</c:v>
                </c:pt>
                <c:pt idx="1217">
                  <c:v>117220.6172898284</c:v>
                </c:pt>
                <c:pt idx="1218">
                  <c:v>117354.01764702023</c:v>
                </c:pt>
                <c:pt idx="1219">
                  <c:v>117482.83367009001</c:v>
                </c:pt>
                <c:pt idx="1220">
                  <c:v>117503.92831604544</c:v>
                </c:pt>
                <c:pt idx="1221">
                  <c:v>117618.21977622187</c:v>
                </c:pt>
                <c:pt idx="1222">
                  <c:v>117718.86976597772</c:v>
                </c:pt>
                <c:pt idx="1223">
                  <c:v>117828.62453389064</c:v>
                </c:pt>
                <c:pt idx="1224">
                  <c:v>117961.34802479074</c:v>
                </c:pt>
                <c:pt idx="1225">
                  <c:v>118055.02409274761</c:v>
                </c:pt>
                <c:pt idx="1226">
                  <c:v>118148.30025217918</c:v>
                </c:pt>
                <c:pt idx="1227">
                  <c:v>118253.46901681049</c:v>
                </c:pt>
                <c:pt idx="1228">
                  <c:v>118351.86340905978</c:v>
                </c:pt>
                <c:pt idx="1229">
                  <c:v>118450.02565490897</c:v>
                </c:pt>
                <c:pt idx="1230">
                  <c:v>118516.20521355003</c:v>
                </c:pt>
                <c:pt idx="1231">
                  <c:v>118621.8323194052</c:v>
                </c:pt>
                <c:pt idx="1232">
                  <c:v>118719.97967935319</c:v>
                </c:pt>
                <c:pt idx="1233">
                  <c:v>118826.76253331671</c:v>
                </c:pt>
                <c:pt idx="1234">
                  <c:v>118926.6358246525</c:v>
                </c:pt>
                <c:pt idx="1235">
                  <c:v>119006.99753337461</c:v>
                </c:pt>
                <c:pt idx="1236">
                  <c:v>119104.96908631401</c:v>
                </c:pt>
                <c:pt idx="1237">
                  <c:v>119223.7431077585</c:v>
                </c:pt>
                <c:pt idx="1238">
                  <c:v>119342.51713350191</c:v>
                </c:pt>
                <c:pt idx="1239">
                  <c:v>119443.51746277709</c:v>
                </c:pt>
                <c:pt idx="1240">
                  <c:v>119547.85645495649</c:v>
                </c:pt>
                <c:pt idx="1241">
                  <c:v>119654.7333075376</c:v>
                </c:pt>
                <c:pt idx="1242">
                  <c:v>119788.0936599506</c:v>
                </c:pt>
                <c:pt idx="1243">
                  <c:v>119891.9557901592</c:v>
                </c:pt>
                <c:pt idx="1244">
                  <c:v>119989.70617156647</c:v>
                </c:pt>
                <c:pt idx="1245">
                  <c:v>120091.5927383896</c:v>
                </c:pt>
                <c:pt idx="1246">
                  <c:v>120212.45518640785</c:v>
                </c:pt>
                <c:pt idx="1247">
                  <c:v>120302.33843678128</c:v>
                </c:pt>
                <c:pt idx="1248">
                  <c:v>120376.96825921223</c:v>
                </c:pt>
                <c:pt idx="1249">
                  <c:v>120466.7772191738</c:v>
                </c:pt>
                <c:pt idx="1250">
                  <c:v>120574.15086402932</c:v>
                </c:pt>
                <c:pt idx="1251">
                  <c:v>120684.23124037097</c:v>
                </c:pt>
                <c:pt idx="1252">
                  <c:v>120771.35148120396</c:v>
                </c:pt>
                <c:pt idx="1253">
                  <c:v>120871.86902602013</c:v>
                </c:pt>
                <c:pt idx="1254">
                  <c:v>120958.97678035208</c:v>
                </c:pt>
                <c:pt idx="1255">
                  <c:v>121067.80918948344</c:v>
                </c:pt>
                <c:pt idx="1256">
                  <c:v>121154.77067640117</c:v>
                </c:pt>
                <c:pt idx="1257">
                  <c:v>121252.6883228877</c:v>
                </c:pt>
                <c:pt idx="1258">
                  <c:v>121332.63092573322</c:v>
                </c:pt>
                <c:pt idx="1259">
                  <c:v>121428.19318580837</c:v>
                </c:pt>
                <c:pt idx="1260">
                  <c:v>121550.18484273243</c:v>
                </c:pt>
                <c:pt idx="1261">
                  <c:v>121676.86957839468</c:v>
                </c:pt>
                <c:pt idx="1262">
                  <c:v>121784.25909806363</c:v>
                </c:pt>
                <c:pt idx="1263">
                  <c:v>121882.16754002338</c:v>
                </c:pt>
                <c:pt idx="1264">
                  <c:v>121998.617207962</c:v>
                </c:pt>
                <c:pt idx="1265">
                  <c:v>122079.53283108346</c:v>
                </c:pt>
                <c:pt idx="1266">
                  <c:v>122192.10810993968</c:v>
                </c:pt>
                <c:pt idx="1267">
                  <c:v>122303.18675708186</c:v>
                </c:pt>
                <c:pt idx="1268">
                  <c:v>122442.2623929008</c:v>
                </c:pt>
                <c:pt idx="1269">
                  <c:v>122528.41722857792</c:v>
                </c:pt>
                <c:pt idx="1270">
                  <c:v>122633.91348248252</c:v>
                </c:pt>
                <c:pt idx="1271">
                  <c:v>122741.60833968793</c:v>
                </c:pt>
                <c:pt idx="1272">
                  <c:v>122846.57499534024</c:v>
                </c:pt>
                <c:pt idx="1273">
                  <c:v>122939.18985563566</c:v>
                </c:pt>
                <c:pt idx="1274">
                  <c:v>123051.45553771073</c:v>
                </c:pt>
                <c:pt idx="1275">
                  <c:v>123153.41768618574</c:v>
                </c:pt>
                <c:pt idx="1276">
                  <c:v>123286.58236120403</c:v>
                </c:pt>
                <c:pt idx="1277">
                  <c:v>123380.61822929855</c:v>
                </c:pt>
                <c:pt idx="1278">
                  <c:v>123449.61248831978</c:v>
                </c:pt>
                <c:pt idx="1279">
                  <c:v>123559.4426944998</c:v>
                </c:pt>
                <c:pt idx="1280">
                  <c:v>123669.99605135212</c:v>
                </c:pt>
                <c:pt idx="1281">
                  <c:v>123777.29041578833</c:v>
                </c:pt>
                <c:pt idx="1282">
                  <c:v>123865.7399470103</c:v>
                </c:pt>
                <c:pt idx="1283">
                  <c:v>123965.65489504978</c:v>
                </c:pt>
                <c:pt idx="1284">
                  <c:v>124065.54378265984</c:v>
                </c:pt>
                <c:pt idx="1285">
                  <c:v>124184.59304149199</c:v>
                </c:pt>
                <c:pt idx="1286">
                  <c:v>124303.7741646896</c:v>
                </c:pt>
                <c:pt idx="1287">
                  <c:v>124404.44173154126</c:v>
                </c:pt>
                <c:pt idx="1288">
                  <c:v>124515.67259449037</c:v>
                </c:pt>
                <c:pt idx="1289">
                  <c:v>124609.36168161996</c:v>
                </c:pt>
                <c:pt idx="1290">
                  <c:v>124687.35221833533</c:v>
                </c:pt>
                <c:pt idx="1291">
                  <c:v>124795.95150346754</c:v>
                </c:pt>
                <c:pt idx="1292">
                  <c:v>124921.59736102834</c:v>
                </c:pt>
                <c:pt idx="1293">
                  <c:v>125003.87131599156</c:v>
                </c:pt>
                <c:pt idx="1294">
                  <c:v>125094.24789115014</c:v>
                </c:pt>
                <c:pt idx="1295">
                  <c:v>125207.04994442101</c:v>
                </c:pt>
                <c:pt idx="1296">
                  <c:v>125279.7228278785</c:v>
                </c:pt>
                <c:pt idx="1297">
                  <c:v>125391.67946548593</c:v>
                </c:pt>
                <c:pt idx="1298">
                  <c:v>125482.53171206209</c:v>
                </c:pt>
                <c:pt idx="1299">
                  <c:v>125570.57844695261</c:v>
                </c:pt>
                <c:pt idx="1300">
                  <c:v>125665.12369707624</c:v>
                </c:pt>
                <c:pt idx="1301">
                  <c:v>125738.24070406349</c:v>
                </c:pt>
                <c:pt idx="1302">
                  <c:v>125780.62672196259</c:v>
                </c:pt>
                <c:pt idx="1303">
                  <c:v>125896.71096435975</c:v>
                </c:pt>
                <c:pt idx="1304">
                  <c:v>125994.16947665652</c:v>
                </c:pt>
                <c:pt idx="1305">
                  <c:v>126095.37480568356</c:v>
                </c:pt>
                <c:pt idx="1306">
                  <c:v>126173.8558032819</c:v>
                </c:pt>
                <c:pt idx="1307">
                  <c:v>126299.22832463063</c:v>
                </c:pt>
                <c:pt idx="1308">
                  <c:v>126388.04587876689</c:v>
                </c:pt>
                <c:pt idx="1309">
                  <c:v>126483.83375332433</c:v>
                </c:pt>
                <c:pt idx="1310">
                  <c:v>126579.833556162</c:v>
                </c:pt>
                <c:pt idx="1311">
                  <c:v>126726.03686015648</c:v>
                </c:pt>
                <c:pt idx="1312">
                  <c:v>126848.75688531247</c:v>
                </c:pt>
                <c:pt idx="1313">
                  <c:v>126973.33638003173</c:v>
                </c:pt>
                <c:pt idx="1314">
                  <c:v>127087.91828897722</c:v>
                </c:pt>
                <c:pt idx="1315">
                  <c:v>127176.8808114045</c:v>
                </c:pt>
                <c:pt idx="1316">
                  <c:v>127243.65650834827</c:v>
                </c:pt>
                <c:pt idx="1317">
                  <c:v>127362.98011858537</c:v>
                </c:pt>
                <c:pt idx="1318">
                  <c:v>127462.83735115097</c:v>
                </c:pt>
                <c:pt idx="1319">
                  <c:v>127559.12929253567</c:v>
                </c:pt>
                <c:pt idx="1320">
                  <c:v>127691.24390229459</c:v>
                </c:pt>
                <c:pt idx="1321">
                  <c:v>127798.0058605072</c:v>
                </c:pt>
                <c:pt idx="1322">
                  <c:v>127889.19898725403</c:v>
                </c:pt>
                <c:pt idx="1323">
                  <c:v>128005.64868965055</c:v>
                </c:pt>
                <c:pt idx="1324">
                  <c:v>128082.34822104621</c:v>
                </c:pt>
                <c:pt idx="1325">
                  <c:v>128169.7021505161</c:v>
                </c:pt>
                <c:pt idx="1326">
                  <c:v>128253.73179002045</c:v>
                </c:pt>
                <c:pt idx="1327">
                  <c:v>128352.89802999103</c:v>
                </c:pt>
                <c:pt idx="1328">
                  <c:v>128420.20044352827</c:v>
                </c:pt>
                <c:pt idx="1329">
                  <c:v>128510.50101938132</c:v>
                </c:pt>
                <c:pt idx="1330">
                  <c:v>128598.8328210038</c:v>
                </c:pt>
                <c:pt idx="1331">
                  <c:v>128701.87633548556</c:v>
                </c:pt>
                <c:pt idx="1332">
                  <c:v>128818.32852350012</c:v>
                </c:pt>
                <c:pt idx="1333">
                  <c:v>128924.8044829561</c:v>
                </c:pt>
                <c:pt idx="1334">
                  <c:v>129060.76323391513</c:v>
                </c:pt>
                <c:pt idx="1335">
                  <c:v>129186.36163443567</c:v>
                </c:pt>
                <c:pt idx="1336">
                  <c:v>129278.29159830572</c:v>
                </c:pt>
                <c:pt idx="1337">
                  <c:v>129361.76762532035</c:v>
                </c:pt>
                <c:pt idx="1338">
                  <c:v>129479.7192052999</c:v>
                </c:pt>
                <c:pt idx="1339">
                  <c:v>129578.26925494896</c:v>
                </c:pt>
                <c:pt idx="1340">
                  <c:v>129665.40268661139</c:v>
                </c:pt>
                <c:pt idx="1341">
                  <c:v>129775.53233066472</c:v>
                </c:pt>
                <c:pt idx="1342">
                  <c:v>129893.48391064427</c:v>
                </c:pt>
                <c:pt idx="1343">
                  <c:v>130011.74443460374</c:v>
                </c:pt>
                <c:pt idx="1344">
                  <c:v>130060.74297743298</c:v>
                </c:pt>
                <c:pt idx="1345">
                  <c:v>130172.51749208484</c:v>
                </c:pt>
                <c:pt idx="1346">
                  <c:v>130230.05809659795</c:v>
                </c:pt>
                <c:pt idx="1347">
                  <c:v>130320.22342182705</c:v>
                </c:pt>
                <c:pt idx="1348">
                  <c:v>130430.57535931817</c:v>
                </c:pt>
                <c:pt idx="1349">
                  <c:v>130530.11491464943</c:v>
                </c:pt>
                <c:pt idx="1350">
                  <c:v>130625.98993645293</c:v>
                </c:pt>
                <c:pt idx="1351">
                  <c:v>130720.56809664422</c:v>
                </c:pt>
                <c:pt idx="1352">
                  <c:v>130827.64160693935</c:v>
                </c:pt>
                <c:pt idx="1353">
                  <c:v>130927.19576501993</c:v>
                </c:pt>
                <c:pt idx="1354">
                  <c:v>131021.04950182908</c:v>
                </c:pt>
                <c:pt idx="1355">
                  <c:v>131118.2295060608</c:v>
                </c:pt>
                <c:pt idx="1356">
                  <c:v>131175.7701105739</c:v>
                </c:pt>
                <c:pt idx="1357">
                  <c:v>131297.82768330883</c:v>
                </c:pt>
                <c:pt idx="1358">
                  <c:v>131397.3913568907</c:v>
                </c:pt>
                <c:pt idx="1359">
                  <c:v>131529.51165562545</c:v>
                </c:pt>
                <c:pt idx="1360">
                  <c:v>131627.5762579351</c:v>
                </c:pt>
                <c:pt idx="1361">
                  <c:v>131729.1163043545</c:v>
                </c:pt>
                <c:pt idx="1362">
                  <c:v>131831.15595000528</c:v>
                </c:pt>
                <c:pt idx="1363">
                  <c:v>131925.8638110282</c:v>
                </c:pt>
                <c:pt idx="1364">
                  <c:v>132035.36580546567</c:v>
                </c:pt>
                <c:pt idx="1365">
                  <c:v>132098.4297051497</c:v>
                </c:pt>
                <c:pt idx="1366">
                  <c:v>132208.78164264082</c:v>
                </c:pt>
                <c:pt idx="1367">
                  <c:v>132310.38607103395</c:v>
                </c:pt>
                <c:pt idx="1368">
                  <c:v>132406.18984750038</c:v>
                </c:pt>
                <c:pt idx="1369">
                  <c:v>132507.71667693852</c:v>
                </c:pt>
                <c:pt idx="1370">
                  <c:v>132627.43436618664</c:v>
                </c:pt>
                <c:pt idx="1371">
                  <c:v>132723.31205762905</c:v>
                </c:pt>
                <c:pt idx="1372">
                  <c:v>132825.99659684807</c:v>
                </c:pt>
                <c:pt idx="1373">
                  <c:v>132925.10028232547</c:v>
                </c:pt>
                <c:pt idx="1374">
                  <c:v>133018.9930090889</c:v>
                </c:pt>
                <c:pt idx="1375">
                  <c:v>133115.14435489167</c:v>
                </c:pt>
                <c:pt idx="1376">
                  <c:v>133183.74674766607</c:v>
                </c:pt>
                <c:pt idx="1377">
                  <c:v>133265.39036836565</c:v>
                </c:pt>
                <c:pt idx="1378">
                  <c:v>133380.5267264315</c:v>
                </c:pt>
                <c:pt idx="1379">
                  <c:v>133467.85039042306</c:v>
                </c:pt>
                <c:pt idx="1380">
                  <c:v>133597.47736342985</c:v>
                </c:pt>
                <c:pt idx="1381">
                  <c:v>133712.68099524052</c:v>
                </c:pt>
                <c:pt idx="1382">
                  <c:v>133805.96858870835</c:v>
                </c:pt>
                <c:pt idx="1383">
                  <c:v>133884.86223382378</c:v>
                </c:pt>
                <c:pt idx="1384">
                  <c:v>133980.9731933254</c:v>
                </c:pt>
                <c:pt idx="1385">
                  <c:v>134108.10100450122</c:v>
                </c:pt>
                <c:pt idx="1386">
                  <c:v>134220.3386029672</c:v>
                </c:pt>
                <c:pt idx="1387">
                  <c:v>134349.4561724049</c:v>
                </c:pt>
                <c:pt idx="1388">
                  <c:v>134451.39538777297</c:v>
                </c:pt>
                <c:pt idx="1389">
                  <c:v>134483.69445183687</c:v>
                </c:pt>
                <c:pt idx="1390">
                  <c:v>134596.1901659224</c:v>
                </c:pt>
                <c:pt idx="1391">
                  <c:v>134690.52604500946</c:v>
                </c:pt>
                <c:pt idx="1392">
                  <c:v>134778.38884469614</c:v>
                </c:pt>
                <c:pt idx="1393">
                  <c:v>134868.18386292</c:v>
                </c:pt>
                <c:pt idx="1394">
                  <c:v>134953.07077650385</c:v>
                </c:pt>
                <c:pt idx="1395">
                  <c:v>135072.36238166376</c:v>
                </c:pt>
                <c:pt idx="1396">
                  <c:v>135171.6783031695</c:v>
                </c:pt>
                <c:pt idx="1397">
                  <c:v>135246.03892723916</c:v>
                </c:pt>
                <c:pt idx="1398">
                  <c:v>135326.43861366797</c:v>
                </c:pt>
                <c:pt idx="1399">
                  <c:v>135416.10610559038</c:v>
                </c:pt>
                <c:pt idx="1400">
                  <c:v>135452.68714214518</c:v>
                </c:pt>
                <c:pt idx="1401">
                  <c:v>135604.68613756145</c:v>
                </c:pt>
                <c:pt idx="1402">
                  <c:v>135692.79599502223</c:v>
                </c:pt>
                <c:pt idx="1403">
                  <c:v>135770.45165365608</c:v>
                </c:pt>
                <c:pt idx="1404">
                  <c:v>135879.8980916667</c:v>
                </c:pt>
                <c:pt idx="1405">
                  <c:v>135969.05802038388</c:v>
                </c:pt>
                <c:pt idx="1406">
                  <c:v>136095.27969273683</c:v>
                </c:pt>
                <c:pt idx="1407">
                  <c:v>136189.98056542792</c:v>
                </c:pt>
                <c:pt idx="1408">
                  <c:v>136297.0961603094</c:v>
                </c:pt>
                <c:pt idx="1409">
                  <c:v>136408.41059302905</c:v>
                </c:pt>
                <c:pt idx="1410">
                  <c:v>136495.34589534657</c:v>
                </c:pt>
                <c:pt idx="1411">
                  <c:v>136562.42928833465</c:v>
                </c:pt>
                <c:pt idx="1412">
                  <c:v>136656.06118108335</c:v>
                </c:pt>
                <c:pt idx="1413">
                  <c:v>136769.73329691208</c:v>
                </c:pt>
                <c:pt idx="1414">
                  <c:v>136839.74113533078</c:v>
                </c:pt>
                <c:pt idx="1415">
                  <c:v>136942.3993632754</c:v>
                </c:pt>
                <c:pt idx="1416">
                  <c:v>137063.6405059225</c:v>
                </c:pt>
                <c:pt idx="1417">
                  <c:v>137153.8473150419</c:v>
                </c:pt>
                <c:pt idx="1418">
                  <c:v>137276.69304260254</c:v>
                </c:pt>
                <c:pt idx="1419">
                  <c:v>137378.1572451999</c:v>
                </c:pt>
                <c:pt idx="1420">
                  <c:v>137448.53820432862</c:v>
                </c:pt>
                <c:pt idx="1421">
                  <c:v>137548.93763600467</c:v>
                </c:pt>
                <c:pt idx="1422">
                  <c:v>137634.39133588632</c:v>
                </c:pt>
                <c:pt idx="1423">
                  <c:v>137737.81313107265</c:v>
                </c:pt>
                <c:pt idx="1424">
                  <c:v>137780.55831910696</c:v>
                </c:pt>
                <c:pt idx="1425">
                  <c:v>137857.06462154724</c:v>
                </c:pt>
                <c:pt idx="1426">
                  <c:v>137930.3470455321</c:v>
                </c:pt>
                <c:pt idx="1427">
                  <c:v>138022.52029926344</c:v>
                </c:pt>
                <c:pt idx="1428">
                  <c:v>138150.3012152452</c:v>
                </c:pt>
                <c:pt idx="1429">
                  <c:v>138237.47321346874</c:v>
                </c:pt>
                <c:pt idx="1430">
                  <c:v>138360.49312699426</c:v>
                </c:pt>
                <c:pt idx="1431">
                  <c:v>138477.52721756074</c:v>
                </c:pt>
                <c:pt idx="1432">
                  <c:v>138573.39153154398</c:v>
                </c:pt>
                <c:pt idx="1433">
                  <c:v>138675.4213701475</c:v>
                </c:pt>
                <c:pt idx="1434">
                  <c:v>138777.25321516814</c:v>
                </c:pt>
                <c:pt idx="1435">
                  <c:v>138847.15661146725</c:v>
                </c:pt>
                <c:pt idx="1436">
                  <c:v>138971.13121961482</c:v>
                </c:pt>
                <c:pt idx="1437">
                  <c:v>139096.79883230382</c:v>
                </c:pt>
                <c:pt idx="1438">
                  <c:v>139187.80161868656</c:v>
                </c:pt>
                <c:pt idx="1439">
                  <c:v>139299.03430255863</c:v>
                </c:pt>
                <c:pt idx="1440">
                  <c:v>139389.7008781966</c:v>
                </c:pt>
                <c:pt idx="1441">
                  <c:v>139492.8939047969</c:v>
                </c:pt>
                <c:pt idx="1442">
                  <c:v>139574.2167705074</c:v>
                </c:pt>
                <c:pt idx="1443">
                  <c:v>139674.95740261665</c:v>
                </c:pt>
                <c:pt idx="1444">
                  <c:v>139774.03701310733</c:v>
                </c:pt>
                <c:pt idx="1445">
                  <c:v>139883.02493555745</c:v>
                </c:pt>
                <c:pt idx="1446">
                  <c:v>139991.75470367045</c:v>
                </c:pt>
                <c:pt idx="1447">
                  <c:v>140100.54644133756</c:v>
                </c:pt>
                <c:pt idx="1448">
                  <c:v>140209.29277441103</c:v>
                </c:pt>
                <c:pt idx="1449">
                  <c:v>140301.00339213593</c:v>
                </c:pt>
                <c:pt idx="1450">
                  <c:v>140358.8975591068</c:v>
                </c:pt>
                <c:pt idx="1451">
                  <c:v>140397.2535379201</c:v>
                </c:pt>
                <c:pt idx="1452">
                  <c:v>140544.5682280615</c:v>
                </c:pt>
                <c:pt idx="1453">
                  <c:v>140676.7300685325</c:v>
                </c:pt>
                <c:pt idx="1454">
                  <c:v>140751.4511752951</c:v>
                </c:pt>
                <c:pt idx="1455">
                  <c:v>140842.42186993329</c:v>
                </c:pt>
                <c:pt idx="1456">
                  <c:v>140925.44607085318</c:v>
                </c:pt>
                <c:pt idx="1457">
                  <c:v>141001.78857391636</c:v>
                </c:pt>
                <c:pt idx="1458">
                  <c:v>141133.66009193126</c:v>
                </c:pt>
                <c:pt idx="1459">
                  <c:v>141224.8282107648</c:v>
                </c:pt>
                <c:pt idx="1460">
                  <c:v>141338.12848688578</c:v>
                </c:pt>
                <c:pt idx="1461">
                  <c:v>141452.5973360034</c:v>
                </c:pt>
                <c:pt idx="1462">
                  <c:v>141529.61501355388</c:v>
                </c:pt>
                <c:pt idx="1463">
                  <c:v>141652.89067929838</c:v>
                </c:pt>
                <c:pt idx="1464">
                  <c:v>141777.2713596369</c:v>
                </c:pt>
                <c:pt idx="1465">
                  <c:v>141840.73472251196</c:v>
                </c:pt>
                <c:pt idx="1466">
                  <c:v>141921.16522948653</c:v>
                </c:pt>
                <c:pt idx="1467">
                  <c:v>142017.13943391535</c:v>
                </c:pt>
                <c:pt idx="1468">
                  <c:v>142110.80291799412</c:v>
                </c:pt>
                <c:pt idx="1469">
                  <c:v>142208.90643798868</c:v>
                </c:pt>
                <c:pt idx="1470">
                  <c:v>142318.36508019088</c:v>
                </c:pt>
                <c:pt idx="1471">
                  <c:v>142426.2510582613</c:v>
                </c:pt>
                <c:pt idx="1472">
                  <c:v>142489.88049912336</c:v>
                </c:pt>
                <c:pt idx="1473">
                  <c:v>142579.51092399276</c:v>
                </c:pt>
                <c:pt idx="1474">
                  <c:v>142685.69055194058</c:v>
                </c:pt>
                <c:pt idx="1475">
                  <c:v>142709.85331068432</c:v>
                </c:pt>
                <c:pt idx="1476">
                  <c:v>142816.45552610862</c:v>
                </c:pt>
                <c:pt idx="1477">
                  <c:v>142913.18536122775</c:v>
                </c:pt>
                <c:pt idx="1478">
                  <c:v>143008.00503273797</c:v>
                </c:pt>
                <c:pt idx="1479">
                  <c:v>143132.67673320783</c:v>
                </c:pt>
                <c:pt idx="1480">
                  <c:v>143236.85678148107</c:v>
                </c:pt>
                <c:pt idx="1481">
                  <c:v>143333.24957712606</c:v>
                </c:pt>
                <c:pt idx="1482">
                  <c:v>143429.64237277105</c:v>
                </c:pt>
                <c:pt idx="1483">
                  <c:v>143552.67901988226</c:v>
                </c:pt>
                <c:pt idx="1484">
                  <c:v>143701.03169286024</c:v>
                </c:pt>
                <c:pt idx="1485">
                  <c:v>143800.01985645905</c:v>
                </c:pt>
                <c:pt idx="1486">
                  <c:v>143937.39836674076</c:v>
                </c:pt>
                <c:pt idx="1487">
                  <c:v>144036.8740421735</c:v>
                </c:pt>
                <c:pt idx="1488">
                  <c:v>144067.20326419972</c:v>
                </c:pt>
                <c:pt idx="1489">
                  <c:v>144181.30012425384</c:v>
                </c:pt>
                <c:pt idx="1490">
                  <c:v>144292.80394736957</c:v>
                </c:pt>
                <c:pt idx="1491">
                  <c:v>144370.4269624438</c:v>
                </c:pt>
                <c:pt idx="1492">
                  <c:v>144494.74446042124</c:v>
                </c:pt>
                <c:pt idx="1493">
                  <c:v>144586.79668181264</c:v>
                </c:pt>
                <c:pt idx="1494">
                  <c:v>144685.73061277586</c:v>
                </c:pt>
                <c:pt idx="1495">
                  <c:v>144802.88973004985</c:v>
                </c:pt>
                <c:pt idx="1496">
                  <c:v>144884.75919040237</c:v>
                </c:pt>
                <c:pt idx="1497">
                  <c:v>144970.35419883666</c:v>
                </c:pt>
                <c:pt idx="1498">
                  <c:v>145093.23681211428</c:v>
                </c:pt>
                <c:pt idx="1499">
                  <c:v>145189.299635053</c:v>
                </c:pt>
                <c:pt idx="1500">
                  <c:v>145315.3471412126</c:v>
                </c:pt>
                <c:pt idx="1501">
                  <c:v>145403.61437161898</c:v>
                </c:pt>
                <c:pt idx="1502">
                  <c:v>145533.87456382246</c:v>
                </c:pt>
                <c:pt idx="1503">
                  <c:v>145657.7521400051</c:v>
                </c:pt>
                <c:pt idx="1504">
                  <c:v>145765.5613701949</c:v>
                </c:pt>
                <c:pt idx="1505">
                  <c:v>145858.49041888502</c:v>
                </c:pt>
                <c:pt idx="1506">
                  <c:v>145950.04078941443</c:v>
                </c:pt>
                <c:pt idx="1507">
                  <c:v>146046.94083307238</c:v>
                </c:pt>
                <c:pt idx="1508">
                  <c:v>146141.4015296147</c:v>
                </c:pt>
                <c:pt idx="1509">
                  <c:v>146238.5124594492</c:v>
                </c:pt>
                <c:pt idx="1510">
                  <c:v>146315.91411204854</c:v>
                </c:pt>
                <c:pt idx="1511">
                  <c:v>146409.54565501353</c:v>
                </c:pt>
                <c:pt idx="1512">
                  <c:v>146535.05683931056</c:v>
                </c:pt>
                <c:pt idx="1513">
                  <c:v>146636.03455427755</c:v>
                </c:pt>
                <c:pt idx="1514">
                  <c:v>146731.07765236846</c:v>
                </c:pt>
                <c:pt idx="1515">
                  <c:v>146819.69558895304</c:v>
                </c:pt>
                <c:pt idx="1516">
                  <c:v>146892.55871406262</c:v>
                </c:pt>
                <c:pt idx="1517">
                  <c:v>146985.57017049482</c:v>
                </c:pt>
                <c:pt idx="1518">
                  <c:v>147068.69947146947</c:v>
                </c:pt>
                <c:pt idx="1519">
                  <c:v>147155.95537573623</c:v>
                </c:pt>
                <c:pt idx="1520">
                  <c:v>147251.53177769494</c:v>
                </c:pt>
                <c:pt idx="1521">
                  <c:v>147375.44850112667</c:v>
                </c:pt>
                <c:pt idx="1522">
                  <c:v>147446.93845868346</c:v>
                </c:pt>
                <c:pt idx="1523">
                  <c:v>147531.70626218527</c:v>
                </c:pt>
                <c:pt idx="1524">
                  <c:v>147640.81380162557</c:v>
                </c:pt>
                <c:pt idx="1525">
                  <c:v>147742.76879968718</c:v>
                </c:pt>
                <c:pt idx="1526">
                  <c:v>147834.49550051417</c:v>
                </c:pt>
                <c:pt idx="1527">
                  <c:v>147962.86705451578</c:v>
                </c:pt>
                <c:pt idx="1528">
                  <c:v>148067.65542029744</c:v>
                </c:pt>
                <c:pt idx="1529">
                  <c:v>148151.53808417867</c:v>
                </c:pt>
                <c:pt idx="1530">
                  <c:v>148225.07566028807</c:v>
                </c:pt>
                <c:pt idx="1531">
                  <c:v>148345.2257174012</c:v>
                </c:pt>
                <c:pt idx="1532">
                  <c:v>148499.62631396207</c:v>
                </c:pt>
                <c:pt idx="1533">
                  <c:v>148590.08216760037</c:v>
                </c:pt>
                <c:pt idx="1534">
                  <c:v>148630.20974046504</c:v>
                </c:pt>
                <c:pt idx="1535">
                  <c:v>148738.53897585758</c:v>
                </c:pt>
                <c:pt idx="1536">
                  <c:v>148805.58462152682</c:v>
                </c:pt>
                <c:pt idx="1537">
                  <c:v>148928.2684294931</c:v>
                </c:pt>
                <c:pt idx="1538">
                  <c:v>149056.70323618158</c:v>
                </c:pt>
                <c:pt idx="1539">
                  <c:v>149184.0136250913</c:v>
                </c:pt>
                <c:pt idx="1540">
                  <c:v>149280.45924365567</c:v>
                </c:pt>
                <c:pt idx="1541">
                  <c:v>149361.0204004428</c:v>
                </c:pt>
                <c:pt idx="1542">
                  <c:v>149435.18157210667</c:v>
                </c:pt>
                <c:pt idx="1543">
                  <c:v>149513.7296793066</c:v>
                </c:pt>
                <c:pt idx="1544">
                  <c:v>149613.2062162951</c:v>
                </c:pt>
                <c:pt idx="1545">
                  <c:v>149741.3796201735</c:v>
                </c:pt>
                <c:pt idx="1546">
                  <c:v>149793.4415948567</c:v>
                </c:pt>
                <c:pt idx="1547">
                  <c:v>149896.942346212</c:v>
                </c:pt>
                <c:pt idx="1548">
                  <c:v>150020.9221574082</c:v>
                </c:pt>
                <c:pt idx="1549">
                  <c:v>150109.17948445957</c:v>
                </c:pt>
                <c:pt idx="1550">
                  <c:v>150225.6435300728</c:v>
                </c:pt>
                <c:pt idx="1551">
                  <c:v>150284.29941399398</c:v>
                </c:pt>
                <c:pt idx="1552">
                  <c:v>150355.74001029553</c:v>
                </c:pt>
                <c:pt idx="1553">
                  <c:v>150488.9440186373</c:v>
                </c:pt>
                <c:pt idx="1554">
                  <c:v>150584.3923459036</c:v>
                </c:pt>
                <c:pt idx="1555">
                  <c:v>150717.79917509545</c:v>
                </c:pt>
                <c:pt idx="1556">
                  <c:v>150761.97652975793</c:v>
                </c:pt>
                <c:pt idx="1557">
                  <c:v>150834.91904965937</c:v>
                </c:pt>
                <c:pt idx="1558">
                  <c:v>150869.28552264144</c:v>
                </c:pt>
                <c:pt idx="1559">
                  <c:v>150927.50124884702</c:v>
                </c:pt>
                <c:pt idx="1560">
                  <c:v>151040.46296432868</c:v>
                </c:pt>
                <c:pt idx="1561">
                  <c:v>151087.69430891343</c:v>
                </c:pt>
                <c:pt idx="1562">
                  <c:v>151190.43626716823</c:v>
                </c:pt>
                <c:pt idx="1563">
                  <c:v>151274.30190774542</c:v>
                </c:pt>
                <c:pt idx="1564">
                  <c:v>151379.50615694321</c:v>
                </c:pt>
                <c:pt idx="1565">
                  <c:v>151464.44513575235</c:v>
                </c:pt>
                <c:pt idx="1566">
                  <c:v>151577.04071329642</c:v>
                </c:pt>
                <c:pt idx="1567">
                  <c:v>151671.93192344415</c:v>
                </c:pt>
                <c:pt idx="1568">
                  <c:v>151720.53317511035</c:v>
                </c:pt>
                <c:pt idx="1569">
                  <c:v>151827.53668816507</c:v>
                </c:pt>
                <c:pt idx="1570">
                  <c:v>151945.99582836183</c:v>
                </c:pt>
                <c:pt idx="1571">
                  <c:v>152050.47724077993</c:v>
                </c:pt>
                <c:pt idx="1572">
                  <c:v>152150.35050771668</c:v>
                </c:pt>
                <c:pt idx="1573">
                  <c:v>152252.0154699286</c:v>
                </c:pt>
                <c:pt idx="1574">
                  <c:v>152370.6122432193</c:v>
                </c:pt>
                <c:pt idx="1575">
                  <c:v>152446.624742565</c:v>
                </c:pt>
                <c:pt idx="1576">
                  <c:v>152548.247713252</c:v>
                </c:pt>
                <c:pt idx="1577">
                  <c:v>152630.84941311227</c:v>
                </c:pt>
                <c:pt idx="1578">
                  <c:v>152736.8373621876</c:v>
                </c:pt>
                <c:pt idx="1579">
                  <c:v>152820.63914973062</c:v>
                </c:pt>
                <c:pt idx="1580">
                  <c:v>152916.63448689014</c:v>
                </c:pt>
                <c:pt idx="1581">
                  <c:v>153018.23788738772</c:v>
                </c:pt>
                <c:pt idx="1582">
                  <c:v>153087.37442369206</c:v>
                </c:pt>
                <c:pt idx="1583">
                  <c:v>153175.90809818817</c:v>
                </c:pt>
                <c:pt idx="1584">
                  <c:v>153285.90408160465</c:v>
                </c:pt>
                <c:pt idx="1585">
                  <c:v>153393.8125165753</c:v>
                </c:pt>
                <c:pt idx="1586">
                  <c:v>153499.12877713682</c:v>
                </c:pt>
                <c:pt idx="1587">
                  <c:v>153618.68691287146</c:v>
                </c:pt>
                <c:pt idx="1588">
                  <c:v>153730.0097297023</c:v>
                </c:pt>
                <c:pt idx="1589">
                  <c:v>153824.11467033677</c:v>
                </c:pt>
                <c:pt idx="1590">
                  <c:v>153909.98325106312</c:v>
                </c:pt>
                <c:pt idx="1591">
                  <c:v>154028.27167725188</c:v>
                </c:pt>
                <c:pt idx="1592">
                  <c:v>154121.41914731113</c:v>
                </c:pt>
                <c:pt idx="1593">
                  <c:v>154234.00382363793</c:v>
                </c:pt>
                <c:pt idx="1594">
                  <c:v>154329.92802779816</c:v>
                </c:pt>
                <c:pt idx="1595">
                  <c:v>154413.78449872884</c:v>
                </c:pt>
                <c:pt idx="1596">
                  <c:v>154525.53908617847</c:v>
                </c:pt>
                <c:pt idx="1597">
                  <c:v>154627.18079630952</c:v>
                </c:pt>
                <c:pt idx="1598">
                  <c:v>154746.54501412975</c:v>
                </c:pt>
                <c:pt idx="1599">
                  <c:v>154838.66228089528</c:v>
                </c:pt>
                <c:pt idx="1600">
                  <c:v>154934.85208583565</c:v>
                </c:pt>
                <c:pt idx="1601">
                  <c:v>155029.05713434643</c:v>
                </c:pt>
                <c:pt idx="1602">
                  <c:v>155113.48081439748</c:v>
                </c:pt>
                <c:pt idx="1603">
                  <c:v>155209.45402804477</c:v>
                </c:pt>
                <c:pt idx="1604">
                  <c:v>155304.0621024808</c:v>
                </c:pt>
                <c:pt idx="1605">
                  <c:v>155400.0043398916</c:v>
                </c:pt>
                <c:pt idx="1606">
                  <c:v>155513.874887221</c:v>
                </c:pt>
                <c:pt idx="1607">
                  <c:v>155596.5668351493</c:v>
                </c:pt>
                <c:pt idx="1608">
                  <c:v>155685.69453200724</c:v>
                </c:pt>
                <c:pt idx="1609">
                  <c:v>155793.6948007233</c:v>
                </c:pt>
                <c:pt idx="1610">
                  <c:v>155894.90327044038</c:v>
                </c:pt>
                <c:pt idx="1611">
                  <c:v>155997.9236960367</c:v>
                </c:pt>
                <c:pt idx="1612">
                  <c:v>156099.75701044835</c:v>
                </c:pt>
                <c:pt idx="1613">
                  <c:v>156195.83284018855</c:v>
                </c:pt>
                <c:pt idx="1614">
                  <c:v>156258.02455474297</c:v>
                </c:pt>
                <c:pt idx="1615">
                  <c:v>156385.07049033535</c:v>
                </c:pt>
                <c:pt idx="1616">
                  <c:v>156509.6666498198</c:v>
                </c:pt>
                <c:pt idx="1617">
                  <c:v>156633.5557651193</c:v>
                </c:pt>
                <c:pt idx="1618">
                  <c:v>156706.46073645056</c:v>
                </c:pt>
                <c:pt idx="1619">
                  <c:v>156828.21730281913</c:v>
                </c:pt>
                <c:pt idx="1620">
                  <c:v>156951.70530722526</c:v>
                </c:pt>
                <c:pt idx="1621">
                  <c:v>157037.8518401467</c:v>
                </c:pt>
                <c:pt idx="1622">
                  <c:v>157125.3104306782</c:v>
                </c:pt>
                <c:pt idx="1623">
                  <c:v>157254.31680711877</c:v>
                </c:pt>
                <c:pt idx="1624">
                  <c:v>157359.485024736</c:v>
                </c:pt>
                <c:pt idx="1625">
                  <c:v>157460.18305815704</c:v>
                </c:pt>
                <c:pt idx="1626">
                  <c:v>157527.24608994636</c:v>
                </c:pt>
                <c:pt idx="1627">
                  <c:v>157617.42435049766</c:v>
                </c:pt>
                <c:pt idx="1628">
                  <c:v>157738.5744925873</c:v>
                </c:pt>
                <c:pt idx="1629">
                  <c:v>157828.73454303105</c:v>
                </c:pt>
                <c:pt idx="1630">
                  <c:v>157922.33199046392</c:v>
                </c:pt>
                <c:pt idx="1631">
                  <c:v>158012.37340845048</c:v>
                </c:pt>
                <c:pt idx="1632">
                  <c:v>158100.89865952102</c:v>
                </c:pt>
                <c:pt idx="1633">
                  <c:v>158177.98256385262</c:v>
                </c:pt>
                <c:pt idx="1634">
                  <c:v>158302.60135385106</c:v>
                </c:pt>
                <c:pt idx="1635">
                  <c:v>158407.4975543035</c:v>
                </c:pt>
                <c:pt idx="1636">
                  <c:v>158532.11634430193</c:v>
                </c:pt>
                <c:pt idx="1637">
                  <c:v>158528.16126305828</c:v>
                </c:pt>
                <c:pt idx="1638">
                  <c:v>158601.49028358495</c:v>
                </c:pt>
                <c:pt idx="1639">
                  <c:v>158700.01610375528</c:v>
                </c:pt>
                <c:pt idx="1640">
                  <c:v>158759.83350713993</c:v>
                </c:pt>
                <c:pt idx="1641">
                  <c:v>158765.00441609413</c:v>
                </c:pt>
                <c:pt idx="1642">
                  <c:v>158770.1257835595</c:v>
                </c:pt>
                <c:pt idx="1643">
                  <c:v>158873.03467059953</c:v>
                </c:pt>
                <c:pt idx="1644">
                  <c:v>158976.66288273627</c:v>
                </c:pt>
                <c:pt idx="1645">
                  <c:v>159079.79053599018</c:v>
                </c:pt>
                <c:pt idx="1646">
                  <c:v>159201.79386407067</c:v>
                </c:pt>
                <c:pt idx="1647">
                  <c:v>159282.39721876147</c:v>
                </c:pt>
                <c:pt idx="1648">
                  <c:v>159403.75740299094</c:v>
                </c:pt>
                <c:pt idx="1649">
                  <c:v>159523.5091778057</c:v>
                </c:pt>
                <c:pt idx="1650">
                  <c:v>159643.29890171974</c:v>
                </c:pt>
                <c:pt idx="1651">
                  <c:v>159705.60824722727</c:v>
                </c:pt>
                <c:pt idx="1652">
                  <c:v>159790.22056938428</c:v>
                </c:pt>
                <c:pt idx="1653">
                  <c:v>159831.40647030235</c:v>
                </c:pt>
                <c:pt idx="1654">
                  <c:v>159888.47867505785</c:v>
                </c:pt>
                <c:pt idx="1655">
                  <c:v>159950.43615645714</c:v>
                </c:pt>
                <c:pt idx="1656">
                  <c:v>160052.86249447928</c:v>
                </c:pt>
                <c:pt idx="1657">
                  <c:v>160155.1209488239</c:v>
                </c:pt>
                <c:pt idx="1658">
                  <c:v>160257.0459405854</c:v>
                </c:pt>
                <c:pt idx="1659">
                  <c:v>160356.19166578926</c:v>
                </c:pt>
                <c:pt idx="1660">
                  <c:v>160458.74643416007</c:v>
                </c:pt>
                <c:pt idx="1661">
                  <c:v>160582.79162723036</c:v>
                </c:pt>
                <c:pt idx="1662">
                  <c:v>160653.8536158401</c:v>
                </c:pt>
                <c:pt idx="1663">
                  <c:v>160724.91560444987</c:v>
                </c:pt>
                <c:pt idx="1664">
                  <c:v>160831.1919569578</c:v>
                </c:pt>
                <c:pt idx="1665">
                  <c:v>160902.25394556756</c:v>
                </c:pt>
                <c:pt idx="1666">
                  <c:v>160997.3520301274</c:v>
                </c:pt>
                <c:pt idx="1667">
                  <c:v>161068.9009603612</c:v>
                </c:pt>
                <c:pt idx="1668">
                  <c:v>161177.39957771212</c:v>
                </c:pt>
                <c:pt idx="1669">
                  <c:v>161169.0408892865</c:v>
                </c:pt>
                <c:pt idx="1670">
                  <c:v>161254.9480158151</c:v>
                </c:pt>
                <c:pt idx="1671">
                  <c:v>161348.54092279135</c:v>
                </c:pt>
                <c:pt idx="1672">
                  <c:v>161443.65519303508</c:v>
                </c:pt>
                <c:pt idx="1673">
                  <c:v>161556.42450112902</c:v>
                </c:pt>
                <c:pt idx="1674">
                  <c:v>161647.7018801295</c:v>
                </c:pt>
                <c:pt idx="1675">
                  <c:v>161756.8213017674</c:v>
                </c:pt>
                <c:pt idx="1676">
                  <c:v>161864.03108370432</c:v>
                </c:pt>
                <c:pt idx="1677">
                  <c:v>162006.5295854539</c:v>
                </c:pt>
                <c:pt idx="1678">
                  <c:v>162122.4052353161</c:v>
                </c:pt>
                <c:pt idx="1679">
                  <c:v>162186.49709777767</c:v>
                </c:pt>
                <c:pt idx="1680">
                  <c:v>162290.6820683472</c:v>
                </c:pt>
                <c:pt idx="1681">
                  <c:v>162360.0449332773</c:v>
                </c:pt>
                <c:pt idx="1682">
                  <c:v>162433.55220353696</c:v>
                </c:pt>
                <c:pt idx="1683">
                  <c:v>162520.08828048746</c:v>
                </c:pt>
                <c:pt idx="1684">
                  <c:v>162588.78243745823</c:v>
                </c:pt>
                <c:pt idx="1685">
                  <c:v>162690.82559610688</c:v>
                </c:pt>
                <c:pt idx="1686">
                  <c:v>162787.44196992865</c:v>
                </c:pt>
                <c:pt idx="1687">
                  <c:v>162861.1758197246</c:v>
                </c:pt>
                <c:pt idx="1688">
                  <c:v>162948.14160542097</c:v>
                </c:pt>
                <c:pt idx="1689">
                  <c:v>162946.04745552762</c:v>
                </c:pt>
                <c:pt idx="1690">
                  <c:v>163023.63546430305</c:v>
                </c:pt>
                <c:pt idx="1691">
                  <c:v>163133.98127544147</c:v>
                </c:pt>
                <c:pt idx="1692">
                  <c:v>163249.12436945428</c:v>
                </c:pt>
                <c:pt idx="1693">
                  <c:v>163318.6248780942</c:v>
                </c:pt>
                <c:pt idx="1694">
                  <c:v>163400.73135905594</c:v>
                </c:pt>
                <c:pt idx="1695">
                  <c:v>163469.6197210729</c:v>
                </c:pt>
                <c:pt idx="1696">
                  <c:v>163572.17719922093</c:v>
                </c:pt>
                <c:pt idx="1697">
                  <c:v>163639.67552753066</c:v>
                </c:pt>
                <c:pt idx="1698">
                  <c:v>163707.17476226873</c:v>
                </c:pt>
                <c:pt idx="1699">
                  <c:v>163774.68586804497</c:v>
                </c:pt>
                <c:pt idx="1700">
                  <c:v>163875.2614613754</c:v>
                </c:pt>
                <c:pt idx="1701">
                  <c:v>163952.0490704773</c:v>
                </c:pt>
                <c:pt idx="1702">
                  <c:v>164046.1871994441</c:v>
                </c:pt>
                <c:pt idx="1703">
                  <c:v>164101.09726577872</c:v>
                </c:pt>
                <c:pt idx="1704">
                  <c:v>164169.01838746565</c:v>
                </c:pt>
                <c:pt idx="1705">
                  <c:v>164254.41093409006</c:v>
                </c:pt>
                <c:pt idx="1706">
                  <c:v>164342.44717459095</c:v>
                </c:pt>
                <c:pt idx="1707">
                  <c:v>164410.35037935362</c:v>
                </c:pt>
                <c:pt idx="1708">
                  <c:v>164490.60369815998</c:v>
                </c:pt>
                <c:pt idx="1709">
                  <c:v>164616.12109165208</c:v>
                </c:pt>
                <c:pt idx="1710">
                  <c:v>164696.37441045843</c:v>
                </c:pt>
                <c:pt idx="1711">
                  <c:v>164788.52476010317</c:v>
                </c:pt>
                <c:pt idx="1712">
                  <c:v>164877.9807933137</c:v>
                </c:pt>
                <c:pt idx="1713">
                  <c:v>164964.935136924</c:v>
                </c:pt>
                <c:pt idx="1714">
                  <c:v>165070.7440270467</c:v>
                </c:pt>
                <c:pt idx="1715">
                  <c:v>165153.41473628287</c:v>
                </c:pt>
                <c:pt idx="1716">
                  <c:v>165251.8562204542</c:v>
                </c:pt>
                <c:pt idx="1717">
                  <c:v>165356.08855295053</c:v>
                </c:pt>
                <c:pt idx="1718">
                  <c:v>165461.91101015414</c:v>
                </c:pt>
                <c:pt idx="1719">
                  <c:v>165566.0520506064</c:v>
                </c:pt>
                <c:pt idx="1720">
                  <c:v>165653.00039746705</c:v>
                </c:pt>
                <c:pt idx="1721">
                  <c:v>165754.38367339503</c:v>
                </c:pt>
                <c:pt idx="1722">
                  <c:v>165850.1313191176</c:v>
                </c:pt>
                <c:pt idx="1723">
                  <c:v>165920.3047942643</c:v>
                </c:pt>
                <c:pt idx="1724">
                  <c:v>165999.75001462945</c:v>
                </c:pt>
                <c:pt idx="1725">
                  <c:v>166103.9688635399</c:v>
                </c:pt>
                <c:pt idx="1726">
                  <c:v>166194.79115437894</c:v>
                </c:pt>
                <c:pt idx="1727">
                  <c:v>166293.69873604568</c:v>
                </c:pt>
                <c:pt idx="1728">
                  <c:v>166379.72310175773</c:v>
                </c:pt>
                <c:pt idx="1729">
                  <c:v>166497.06507667925</c:v>
                </c:pt>
                <c:pt idx="1730">
                  <c:v>166595.7665797617</c:v>
                </c:pt>
                <c:pt idx="1731">
                  <c:v>166688.88488503627</c:v>
                </c:pt>
                <c:pt idx="1732">
                  <c:v>166794.41543421222</c:v>
                </c:pt>
                <c:pt idx="1733">
                  <c:v>166861.66568889408</c:v>
                </c:pt>
                <c:pt idx="1734">
                  <c:v>166931.02552722447</c:v>
                </c:pt>
                <c:pt idx="1735">
                  <c:v>167015.64354462616</c:v>
                </c:pt>
                <c:pt idx="1736">
                  <c:v>167112.67360089687</c:v>
                </c:pt>
                <c:pt idx="1737">
                  <c:v>167206.01463111688</c:v>
                </c:pt>
                <c:pt idx="1738">
                  <c:v>167299.13293639146</c:v>
                </c:pt>
                <c:pt idx="1739">
                  <c:v>167397.81455551792</c:v>
                </c:pt>
                <c:pt idx="1740">
                  <c:v>167465.06481019978</c:v>
                </c:pt>
                <c:pt idx="1741">
                  <c:v>167604.21023776737</c:v>
                </c:pt>
                <c:pt idx="1742">
                  <c:v>167694.83555945937</c:v>
                </c:pt>
                <c:pt idx="1743">
                  <c:v>167781.4378198575</c:v>
                </c:pt>
                <c:pt idx="1744">
                  <c:v>167880.71258693916</c:v>
                </c:pt>
                <c:pt idx="1745">
                  <c:v>167900.36757454582</c:v>
                </c:pt>
                <c:pt idx="1746">
                  <c:v>168007.57488961768</c:v>
                </c:pt>
                <c:pt idx="1747">
                  <c:v>168103.24052801213</c:v>
                </c:pt>
                <c:pt idx="1748">
                  <c:v>168172.03917603628</c:v>
                </c:pt>
                <c:pt idx="1749">
                  <c:v>168275.90578983404</c:v>
                </c:pt>
                <c:pt idx="1750">
                  <c:v>168376.7114709308</c:v>
                </c:pt>
                <c:pt idx="1751">
                  <c:v>168487.67329363045</c:v>
                </c:pt>
                <c:pt idx="1752">
                  <c:v>168593.83777940515</c:v>
                </c:pt>
                <c:pt idx="1753">
                  <c:v>168699.9382423371</c:v>
                </c:pt>
                <c:pt idx="1754">
                  <c:v>168784.146355803</c:v>
                </c:pt>
                <c:pt idx="1755">
                  <c:v>168863.78763176117</c:v>
                </c:pt>
                <c:pt idx="1756">
                  <c:v>168939.6149290765</c:v>
                </c:pt>
                <c:pt idx="1757">
                  <c:v>169019.25620503465</c:v>
                </c:pt>
                <c:pt idx="1758">
                  <c:v>169130.21802773428</c:v>
                </c:pt>
                <c:pt idx="1759">
                  <c:v>169236.382513509</c:v>
                </c:pt>
                <c:pt idx="1760">
                  <c:v>169339.04541641352</c:v>
                </c:pt>
                <c:pt idx="1761">
                  <c:v>169453.86676935706</c:v>
                </c:pt>
                <c:pt idx="1762">
                  <c:v>169568.6881223006</c:v>
                </c:pt>
                <c:pt idx="1763">
                  <c:v>169658.43956619178</c:v>
                </c:pt>
                <c:pt idx="1764">
                  <c:v>169748.19101008296</c:v>
                </c:pt>
                <c:pt idx="1765">
                  <c:v>169848.99669117972</c:v>
                </c:pt>
                <c:pt idx="1766">
                  <c:v>169968.62130764558</c:v>
                </c:pt>
                <c:pt idx="1767">
                  <c:v>170037.49450475036</c:v>
                </c:pt>
                <c:pt idx="1768">
                  <c:v>170113.32180206568</c:v>
                </c:pt>
                <c:pt idx="1769">
                  <c:v>170212.93086887052</c:v>
                </c:pt>
                <c:pt idx="1770">
                  <c:v>170314.05696035794</c:v>
                </c:pt>
                <c:pt idx="1771">
                  <c:v>170413.66602716278</c:v>
                </c:pt>
                <c:pt idx="1772">
                  <c:v>170499.59050111307</c:v>
                </c:pt>
                <c:pt idx="1773">
                  <c:v>170600.71659260048</c:v>
                </c:pt>
                <c:pt idx="1774">
                  <c:v>170701.8426840879</c:v>
                </c:pt>
                <c:pt idx="1775">
                  <c:v>170801.45175089274</c:v>
                </c:pt>
                <c:pt idx="1776">
                  <c:v>170821.08194926326</c:v>
                </c:pt>
                <c:pt idx="1777">
                  <c:v>170877.80494989283</c:v>
                </c:pt>
                <c:pt idx="1778">
                  <c:v>171004.10798889445</c:v>
                </c:pt>
                <c:pt idx="1779">
                  <c:v>171114.66251065157</c:v>
                </c:pt>
                <c:pt idx="1780">
                  <c:v>171173.3218530897</c:v>
                </c:pt>
                <c:pt idx="1781">
                  <c:v>171286.83591083984</c:v>
                </c:pt>
                <c:pt idx="1782">
                  <c:v>171391.55461444755</c:v>
                </c:pt>
                <c:pt idx="1783">
                  <c:v>171512.6914742243</c:v>
                </c:pt>
                <c:pt idx="1784">
                  <c:v>171633.82833400104</c:v>
                </c:pt>
                <c:pt idx="1785">
                  <c:v>171738.54703760875</c:v>
                </c:pt>
                <c:pt idx="1786">
                  <c:v>171813.1924834227</c:v>
                </c:pt>
                <c:pt idx="1787">
                  <c:v>171939.40537430588</c:v>
                </c:pt>
                <c:pt idx="1788">
                  <c:v>172079.90817047452</c:v>
                </c:pt>
                <c:pt idx="1789">
                  <c:v>172112.56669582674</c:v>
                </c:pt>
                <c:pt idx="1790">
                  <c:v>172226.08075357688</c:v>
                </c:pt>
                <c:pt idx="1791">
                  <c:v>172352.3837925785</c:v>
                </c:pt>
                <c:pt idx="1792">
                  <c:v>172483.69287719586</c:v>
                </c:pt>
                <c:pt idx="1793">
                  <c:v>172571.4629006115</c:v>
                </c:pt>
                <c:pt idx="1794">
                  <c:v>172755.31716840796</c:v>
                </c:pt>
                <c:pt idx="1795">
                  <c:v>172812.04016903753</c:v>
                </c:pt>
                <c:pt idx="1796">
                  <c:v>172934.48967945823</c:v>
                </c:pt>
                <c:pt idx="1797">
                  <c:v>173013.10974650685</c:v>
                </c:pt>
                <c:pt idx="1798">
                  <c:v>173196.9640143033</c:v>
                </c:pt>
                <c:pt idx="1799">
                  <c:v>173361.25540275004</c:v>
                </c:pt>
                <c:pt idx="1800">
                  <c:v>173525.5467911968</c:v>
                </c:pt>
                <c:pt idx="1801">
                  <c:v>173630.7512208484</c:v>
                </c:pt>
                <c:pt idx="1802">
                  <c:v>173756.9641117316</c:v>
                </c:pt>
                <c:pt idx="1803">
                  <c:v>173835.5841787802</c:v>
                </c:pt>
                <c:pt idx="1804">
                  <c:v>173958.0336892009</c:v>
                </c:pt>
                <c:pt idx="1805">
                  <c:v>174073.7310182858</c:v>
                </c:pt>
                <c:pt idx="1806">
                  <c:v>174181.04401957383</c:v>
                </c:pt>
                <c:pt idx="1807">
                  <c:v>174298.1684647763</c:v>
                </c:pt>
                <c:pt idx="1808">
                  <c:v>174396.73420077717</c:v>
                </c:pt>
                <c:pt idx="1809">
                  <c:v>174476.0842013407</c:v>
                </c:pt>
                <c:pt idx="1810">
                  <c:v>174517.62423284366</c:v>
                </c:pt>
                <c:pt idx="1811">
                  <c:v>174643.4681052375</c:v>
                </c:pt>
                <c:pt idx="1812">
                  <c:v>174769.3188783519</c:v>
                </c:pt>
                <c:pt idx="1813">
                  <c:v>174852.02159246147</c:v>
                </c:pt>
                <c:pt idx="1814">
                  <c:v>174953.9834205446</c:v>
                </c:pt>
                <c:pt idx="1815">
                  <c:v>175055.511384856</c:v>
                </c:pt>
                <c:pt idx="1816">
                  <c:v>175182.2742585642</c:v>
                </c:pt>
                <c:pt idx="1817">
                  <c:v>175283.80241749896</c:v>
                </c:pt>
                <c:pt idx="1818">
                  <c:v>175397.65176696546</c:v>
                </c:pt>
                <c:pt idx="1819">
                  <c:v>175523.49851199737</c:v>
                </c:pt>
                <c:pt idx="1820">
                  <c:v>175613.31225886088</c:v>
                </c:pt>
                <c:pt idx="1821">
                  <c:v>175723.1029519033</c:v>
                </c:pt>
                <c:pt idx="1822">
                  <c:v>175822.30454431346</c:v>
                </c:pt>
                <c:pt idx="1823">
                  <c:v>175922.29781312682</c:v>
                </c:pt>
                <c:pt idx="1824">
                  <c:v>176021.49940553698</c:v>
                </c:pt>
                <c:pt idx="1825">
                  <c:v>176121.49267435033</c:v>
                </c:pt>
                <c:pt idx="1826">
                  <c:v>176221.4859431637</c:v>
                </c:pt>
                <c:pt idx="1827">
                  <c:v>176297.5689039954</c:v>
                </c:pt>
                <c:pt idx="1828">
                  <c:v>176373.6518648271</c:v>
                </c:pt>
                <c:pt idx="1829">
                  <c:v>176494.6778149741</c:v>
                </c:pt>
                <c:pt idx="1830">
                  <c:v>176604.46850801652</c:v>
                </c:pt>
                <c:pt idx="1831">
                  <c:v>176671.2887906996</c:v>
                </c:pt>
                <c:pt idx="1832">
                  <c:v>176745.64791637415</c:v>
                </c:pt>
                <c:pt idx="1833">
                  <c:v>176820.0070420487</c:v>
                </c:pt>
                <c:pt idx="1834">
                  <c:v>176919.20863445886</c:v>
                </c:pt>
                <c:pt idx="1835">
                  <c:v>177028.99932750128</c:v>
                </c:pt>
                <c:pt idx="1836">
                  <c:v>177118.8130743648</c:v>
                </c:pt>
                <c:pt idx="1837">
                  <c:v>177185.63335704786</c:v>
                </c:pt>
                <c:pt idx="1838">
                  <c:v>177248.02454057676</c:v>
                </c:pt>
                <c:pt idx="1839">
                  <c:v>177310.41572410567</c:v>
                </c:pt>
                <c:pt idx="1840">
                  <c:v>177372.80690763457</c:v>
                </c:pt>
                <c:pt idx="1841">
                  <c:v>177493.83285778158</c:v>
                </c:pt>
                <c:pt idx="1842">
                  <c:v>177568.19198345614</c:v>
                </c:pt>
                <c:pt idx="1843">
                  <c:v>177674.29890517847</c:v>
                </c:pt>
                <c:pt idx="1844">
                  <c:v>177795.69699008757</c:v>
                </c:pt>
                <c:pt idx="1845">
                  <c:v>177873.29016407655</c:v>
                </c:pt>
                <c:pt idx="1846">
                  <c:v>177974.67960601454</c:v>
                </c:pt>
                <c:pt idx="1847">
                  <c:v>178064.49335287805</c:v>
                </c:pt>
                <c:pt idx="1848">
                  <c:v>178153.22315089402</c:v>
                </c:pt>
                <c:pt idx="1849">
                  <c:v>178278.67974975807</c:v>
                </c:pt>
                <c:pt idx="1850">
                  <c:v>178400.07783466717</c:v>
                </c:pt>
                <c:pt idx="1851">
                  <c:v>178496.52175288348</c:v>
                </c:pt>
                <c:pt idx="1852">
                  <c:v>178617.86794266343</c:v>
                </c:pt>
                <c:pt idx="1853">
                  <c:v>178739.2141324434</c:v>
                </c:pt>
                <c:pt idx="1854">
                  <c:v>178842.95866400955</c:v>
                </c:pt>
                <c:pt idx="1855">
                  <c:v>178909.77894669262</c:v>
                </c:pt>
                <c:pt idx="1856">
                  <c:v>179011.1683886306</c:v>
                </c:pt>
                <c:pt idx="1857">
                  <c:v>179088.7615626196</c:v>
                </c:pt>
                <c:pt idx="1858">
                  <c:v>179177.49136063555</c:v>
                </c:pt>
                <c:pt idx="1859">
                  <c:v>179266.22115865152</c:v>
                </c:pt>
                <c:pt idx="1860">
                  <c:v>179387.61924356062</c:v>
                </c:pt>
                <c:pt idx="1861">
                  <c:v>179489.00868549861</c:v>
                </c:pt>
                <c:pt idx="1862">
                  <c:v>179614.46528436267</c:v>
                </c:pt>
                <c:pt idx="1863">
                  <c:v>179707.10088388185</c:v>
                </c:pt>
                <c:pt idx="1864">
                  <c:v>179801.83813462098</c:v>
                </c:pt>
                <c:pt idx="1865">
                  <c:v>179879.43130860996</c:v>
                </c:pt>
                <c:pt idx="1866">
                  <c:v>180001.86548291732</c:v>
                </c:pt>
                <c:pt idx="1867">
                  <c:v>180131.66524845394</c:v>
                </c:pt>
                <c:pt idx="1868">
                  <c:v>180241.22260093765</c:v>
                </c:pt>
                <c:pt idx="1869">
                  <c:v>180341.1262454374</c:v>
                </c:pt>
                <c:pt idx="1870">
                  <c:v>180446.92648872256</c:v>
                </c:pt>
                <c:pt idx="1871">
                  <c:v>180558.06177439244</c:v>
                </c:pt>
                <c:pt idx="1872">
                  <c:v>180679.00625417213</c:v>
                </c:pt>
                <c:pt idx="1873">
                  <c:v>180679.54765156572</c:v>
                </c:pt>
                <c:pt idx="1874">
                  <c:v>180735.1028393308</c:v>
                </c:pt>
                <c:pt idx="1875">
                  <c:v>180750.93836745396</c:v>
                </c:pt>
                <c:pt idx="1876">
                  <c:v>180847.55817195057</c:v>
                </c:pt>
                <c:pt idx="1877">
                  <c:v>180952.38414479105</c:v>
                </c:pt>
                <c:pt idx="1878">
                  <c:v>181063.39435034324</c:v>
                </c:pt>
                <c:pt idx="1879">
                  <c:v>181178.1137157041</c:v>
                </c:pt>
                <c:pt idx="1880">
                  <c:v>181263.38119319678</c:v>
                </c:pt>
                <c:pt idx="1881">
                  <c:v>181316.54198218812</c:v>
                </c:pt>
                <c:pt idx="1882">
                  <c:v>181411.9575199549</c:v>
                </c:pt>
                <c:pt idx="1883">
                  <c:v>181506.42458114753</c:v>
                </c:pt>
                <c:pt idx="1884">
                  <c:v>181645.69809662382</c:v>
                </c:pt>
                <c:pt idx="1885">
                  <c:v>181688.43463694127</c:v>
                </c:pt>
                <c:pt idx="1886">
                  <c:v>181760.94499860812</c:v>
                </c:pt>
                <c:pt idx="1887">
                  <c:v>181864.98067211872</c:v>
                </c:pt>
                <c:pt idx="1888">
                  <c:v>181975.62014025185</c:v>
                </c:pt>
                <c:pt idx="1889">
                  <c:v>182043.49850839193</c:v>
                </c:pt>
                <c:pt idx="1890">
                  <c:v>182122.9800585277</c:v>
                </c:pt>
                <c:pt idx="1891">
                  <c:v>182232.4148686001</c:v>
                </c:pt>
                <c:pt idx="1892">
                  <c:v>182336.61206912604</c:v>
                </c:pt>
                <c:pt idx="1893">
                  <c:v>182411.91410634687</c:v>
                </c:pt>
                <c:pt idx="1894">
                  <c:v>182516.1113068728</c:v>
                </c:pt>
                <c:pt idx="1895">
                  <c:v>182574.74872773694</c:v>
                </c:pt>
                <c:pt idx="1896">
                  <c:v>182679.3973303424</c:v>
                </c:pt>
                <c:pt idx="1897">
                  <c:v>182783.59453086834</c:v>
                </c:pt>
                <c:pt idx="1898">
                  <c:v>182875.29480175677</c:v>
                </c:pt>
                <c:pt idx="1899">
                  <c:v>182951.44259484624</c:v>
                </c:pt>
                <c:pt idx="1900">
                  <c:v>183013.27507805958</c:v>
                </c:pt>
                <c:pt idx="1901">
                  <c:v>183099.29147763312</c:v>
                </c:pt>
                <c:pt idx="1902">
                  <c:v>183136.26095723402</c:v>
                </c:pt>
                <c:pt idx="1903">
                  <c:v>183246.85335849965</c:v>
                </c:pt>
                <c:pt idx="1904">
                  <c:v>183325.69212606634</c:v>
                </c:pt>
                <c:pt idx="1905">
                  <c:v>183447.1251338439</c:v>
                </c:pt>
                <c:pt idx="1906">
                  <c:v>183546.8450514904</c:v>
                </c:pt>
                <c:pt idx="1907">
                  <c:v>183659.18469092908</c:v>
                </c:pt>
                <c:pt idx="1908">
                  <c:v>183754.97747196123</c:v>
                </c:pt>
                <c:pt idx="1909">
                  <c:v>183830.03578225683</c:v>
                </c:pt>
                <c:pt idx="1910">
                  <c:v>183884.61424670034</c:v>
                </c:pt>
                <c:pt idx="1911">
                  <c:v>183989.9756856212</c:v>
                </c:pt>
                <c:pt idx="1912">
                  <c:v>184087.74115648237</c:v>
                </c:pt>
                <c:pt idx="1913">
                  <c:v>184190.70566692378</c:v>
                </c:pt>
                <c:pt idx="1914">
                  <c:v>184319.21704985772</c:v>
                </c:pt>
                <c:pt idx="1915">
                  <c:v>184440.46284319577</c:v>
                </c:pt>
                <c:pt idx="1916">
                  <c:v>184515.1577558153</c:v>
                </c:pt>
                <c:pt idx="1917">
                  <c:v>184587.84898925564</c:v>
                </c:pt>
                <c:pt idx="1918">
                  <c:v>184679.51378539766</c:v>
                </c:pt>
                <c:pt idx="1919">
                  <c:v>184782.47847700998</c:v>
                </c:pt>
                <c:pt idx="1920">
                  <c:v>184903.38640067514</c:v>
                </c:pt>
                <c:pt idx="1921">
                  <c:v>185014.49276865926</c:v>
                </c:pt>
                <c:pt idx="1922">
                  <c:v>185089.23292554307</c:v>
                </c:pt>
                <c:pt idx="1923">
                  <c:v>185217.6555353656</c:v>
                </c:pt>
                <c:pt idx="1924">
                  <c:v>185283.84146856188</c:v>
                </c:pt>
                <c:pt idx="1925">
                  <c:v>185404.39688620574</c:v>
                </c:pt>
                <c:pt idx="1926">
                  <c:v>185498.94823798866</c:v>
                </c:pt>
                <c:pt idx="1927">
                  <c:v>185581.52823551866</c:v>
                </c:pt>
                <c:pt idx="1928">
                  <c:v>185673.4304602188</c:v>
                </c:pt>
                <c:pt idx="1929">
                  <c:v>185776.827341471</c:v>
                </c:pt>
                <c:pt idx="1930">
                  <c:v>185868.5390187015</c:v>
                </c:pt>
                <c:pt idx="1931">
                  <c:v>185960.20636212715</c:v>
                </c:pt>
                <c:pt idx="1932">
                  <c:v>186052.07074223965</c:v>
                </c:pt>
                <c:pt idx="1933">
                  <c:v>186126.83401561645</c:v>
                </c:pt>
                <c:pt idx="1934">
                  <c:v>186255.35189636218</c:v>
                </c:pt>
                <c:pt idx="1935">
                  <c:v>186329.94500043293</c:v>
                </c:pt>
                <c:pt idx="1936">
                  <c:v>186407.49078888097</c:v>
                </c:pt>
                <c:pt idx="1937">
                  <c:v>186502.92760820765</c:v>
                </c:pt>
                <c:pt idx="1938">
                  <c:v>186613.6711937373</c:v>
                </c:pt>
                <c:pt idx="1939">
                  <c:v>186728.40097975417</c:v>
                </c:pt>
                <c:pt idx="1940">
                  <c:v>186843.13076577103</c:v>
                </c:pt>
                <c:pt idx="1941">
                  <c:v>186938.5675850977</c:v>
                </c:pt>
                <c:pt idx="1942">
                  <c:v>187044.70774742492</c:v>
                </c:pt>
                <c:pt idx="1943">
                  <c:v>187152.98909237405</c:v>
                </c:pt>
                <c:pt idx="1944">
                  <c:v>187257.4444926682</c:v>
                </c:pt>
                <c:pt idx="1945">
                  <c:v>187423.17854141022</c:v>
                </c:pt>
                <c:pt idx="1946">
                  <c:v>187508.2117480981</c:v>
                </c:pt>
                <c:pt idx="1947">
                  <c:v>187609.2537847177</c:v>
                </c:pt>
                <c:pt idx="1948">
                  <c:v>187710.6793421151</c:v>
                </c:pt>
                <c:pt idx="1949">
                  <c:v>187809.14443219855</c:v>
                </c:pt>
                <c:pt idx="1950">
                  <c:v>187913.14131473348</c:v>
                </c:pt>
                <c:pt idx="1951">
                  <c:v>188003.77248040575</c:v>
                </c:pt>
                <c:pt idx="1952">
                  <c:v>188120.62732715782</c:v>
                </c:pt>
                <c:pt idx="1953">
                  <c:v>188217.776482334</c:v>
                </c:pt>
                <c:pt idx="1954">
                  <c:v>188364.9717201491</c:v>
                </c:pt>
                <c:pt idx="1955">
                  <c:v>188463.07536848527</c:v>
                </c:pt>
                <c:pt idx="1956">
                  <c:v>188610.27060630036</c:v>
                </c:pt>
                <c:pt idx="1957">
                  <c:v>188714.49132809002</c:v>
                </c:pt>
                <c:pt idx="1958">
                  <c:v>188826.7613163593</c:v>
                </c:pt>
                <c:pt idx="1959">
                  <c:v>188916.14375513032</c:v>
                </c:pt>
                <c:pt idx="1960">
                  <c:v>188986.57203341916</c:v>
                </c:pt>
                <c:pt idx="1961">
                  <c:v>189061.4139468</c:v>
                </c:pt>
                <c:pt idx="1962">
                  <c:v>189149.3418852284</c:v>
                </c:pt>
                <c:pt idx="1963">
                  <c:v>189249.15115992422</c:v>
                </c:pt>
                <c:pt idx="1964">
                  <c:v>189340.83774886015</c:v>
                </c:pt>
                <c:pt idx="1965">
                  <c:v>189442.5380574632</c:v>
                </c:pt>
                <c:pt idx="1966">
                  <c:v>189534.24446889973</c:v>
                </c:pt>
                <c:pt idx="1967">
                  <c:v>189638.54815275667</c:v>
                </c:pt>
                <c:pt idx="1968">
                  <c:v>189714.76514003772</c:v>
                </c:pt>
                <c:pt idx="1969">
                  <c:v>189790.97488601547</c:v>
                </c:pt>
                <c:pt idx="1970">
                  <c:v>189889.039182224</c:v>
                </c:pt>
                <c:pt idx="1971">
                  <c:v>190009.2435523628</c:v>
                </c:pt>
                <c:pt idx="1972">
                  <c:v>190072.77293519807</c:v>
                </c:pt>
                <c:pt idx="1973">
                  <c:v>190172.18987020658</c:v>
                </c:pt>
                <c:pt idx="1974">
                  <c:v>190246.75426663173</c:v>
                </c:pt>
                <c:pt idx="1975">
                  <c:v>190320.46307393606</c:v>
                </c:pt>
                <c:pt idx="1976">
                  <c:v>190394.3548063078</c:v>
                </c:pt>
                <c:pt idx="1977">
                  <c:v>190494.30264174868</c:v>
                </c:pt>
                <c:pt idx="1978">
                  <c:v>190547.14388266462</c:v>
                </c:pt>
                <c:pt idx="1979">
                  <c:v>190599.98512358055</c:v>
                </c:pt>
                <c:pt idx="1980">
                  <c:v>190696.62618458737</c:v>
                </c:pt>
                <c:pt idx="1981">
                  <c:v>190802.46546552074</c:v>
                </c:pt>
                <c:pt idx="1982">
                  <c:v>190924.98987681244</c:v>
                </c:pt>
                <c:pt idx="1983">
                  <c:v>191028.0937627551</c:v>
                </c:pt>
                <c:pt idx="1984">
                  <c:v>191124.05191468404</c:v>
                </c:pt>
                <c:pt idx="1985">
                  <c:v>191262.895196514</c:v>
                </c:pt>
                <c:pt idx="1986">
                  <c:v>191364.67701352815</c:v>
                </c:pt>
                <c:pt idx="1987">
                  <c:v>191493.91772159553</c:v>
                </c:pt>
                <c:pt idx="1988">
                  <c:v>191577.2188938365</c:v>
                </c:pt>
                <c:pt idx="1989">
                  <c:v>191653.60648784367</c:v>
                </c:pt>
                <c:pt idx="1990">
                  <c:v>191739.38792054486</c:v>
                </c:pt>
                <c:pt idx="1991">
                  <c:v>191841.16973755902</c:v>
                </c:pt>
                <c:pt idx="1992">
                  <c:v>191924.4789571855</c:v>
                </c:pt>
                <c:pt idx="1993">
                  <c:v>192101.5151483631</c:v>
                </c:pt>
                <c:pt idx="1994">
                  <c:v>192278.55133954072</c:v>
                </c:pt>
                <c:pt idx="1995">
                  <c:v>192455.58753071833</c:v>
                </c:pt>
                <c:pt idx="1996">
                  <c:v>192569.5825291444</c:v>
                </c:pt>
                <c:pt idx="1997">
                  <c:v>192672.7211349809</c:v>
                </c:pt>
                <c:pt idx="1998">
                  <c:v>192725.437384776</c:v>
                </c:pt>
                <c:pt idx="1999">
                  <c:v>192768.8115542411</c:v>
                </c:pt>
                <c:pt idx="2000">
                  <c:v>192902.64226263843</c:v>
                </c:pt>
                <c:pt idx="2001">
                  <c:v>193014.59238398046</c:v>
                </c:pt>
                <c:pt idx="2002">
                  <c:v>193090.82296007764</c:v>
                </c:pt>
                <c:pt idx="2003">
                  <c:v>193147.61544309562</c:v>
                </c:pt>
                <c:pt idx="2004">
                  <c:v>193222.15618151077</c:v>
                </c:pt>
                <c:pt idx="2005">
                  <c:v>193304.1213427596</c:v>
                </c:pt>
                <c:pt idx="2006">
                  <c:v>193368.67623669602</c:v>
                </c:pt>
                <c:pt idx="2007">
                  <c:v>193456.15899320514</c:v>
                </c:pt>
                <c:pt idx="2008">
                  <c:v>193527.88821123802</c:v>
                </c:pt>
                <c:pt idx="2009">
                  <c:v>193660.42599667408</c:v>
                </c:pt>
                <c:pt idx="2010">
                  <c:v>193704.52436795156</c:v>
                </c:pt>
                <c:pt idx="2011">
                  <c:v>193794.34119860968</c:v>
                </c:pt>
                <c:pt idx="2012">
                  <c:v>193881.24939815362</c:v>
                </c:pt>
                <c:pt idx="2013">
                  <c:v>193981.68140731432</c:v>
                </c:pt>
                <c:pt idx="2014">
                  <c:v>194055.92942506282</c:v>
                </c:pt>
                <c:pt idx="2015">
                  <c:v>194172.03606509115</c:v>
                </c:pt>
                <c:pt idx="2016">
                  <c:v>194173.27326892273</c:v>
                </c:pt>
                <c:pt idx="2017">
                  <c:v>194301.0048552848</c:v>
                </c:pt>
                <c:pt idx="2018">
                  <c:v>194416.45603322433</c:v>
                </c:pt>
                <c:pt idx="2019">
                  <c:v>194515.77283505801</c:v>
                </c:pt>
                <c:pt idx="2020">
                  <c:v>194599.0844086456</c:v>
                </c:pt>
                <c:pt idx="2021">
                  <c:v>194694.39675137436</c:v>
                </c:pt>
                <c:pt idx="2022">
                  <c:v>194778.18143580662</c:v>
                </c:pt>
                <c:pt idx="2023">
                  <c:v>194840.42972398084</c:v>
                </c:pt>
                <c:pt idx="2024">
                  <c:v>194958.8026397616</c:v>
                </c:pt>
                <c:pt idx="2025">
                  <c:v>195002.20301729522</c:v>
                </c:pt>
                <c:pt idx="2026">
                  <c:v>195119.49238242095</c:v>
                </c:pt>
                <c:pt idx="2027">
                  <c:v>195239.52766873114</c:v>
                </c:pt>
                <c:pt idx="2028">
                  <c:v>195352.16779382687</c:v>
                </c:pt>
                <c:pt idx="2029">
                  <c:v>195415.0243090472</c:v>
                </c:pt>
                <c:pt idx="2030">
                  <c:v>195530.67858160546</c:v>
                </c:pt>
                <c:pt idx="2031">
                  <c:v>195642.52183038704</c:v>
                </c:pt>
                <c:pt idx="2032">
                  <c:v>195733.19620769622</c:v>
                </c:pt>
                <c:pt idx="2033">
                  <c:v>195837.28801907468</c:v>
                </c:pt>
                <c:pt idx="2034">
                  <c:v>195959.17295936798</c:v>
                </c:pt>
                <c:pt idx="2035">
                  <c:v>196045.5909911307</c:v>
                </c:pt>
                <c:pt idx="2036">
                  <c:v>196151.36127412147</c:v>
                </c:pt>
                <c:pt idx="2037">
                  <c:v>196252.8218607137</c:v>
                </c:pt>
                <c:pt idx="2038">
                  <c:v>196356.56541430694</c:v>
                </c:pt>
                <c:pt idx="2039">
                  <c:v>196456.20836999384</c:v>
                </c:pt>
                <c:pt idx="2040">
                  <c:v>196516.83620278767</c:v>
                </c:pt>
                <c:pt idx="2041">
                  <c:v>196637.96081048943</c:v>
                </c:pt>
                <c:pt idx="2042">
                  <c:v>196742.30124067175</c:v>
                </c:pt>
                <c:pt idx="2043">
                  <c:v>196835.16905214073</c:v>
                </c:pt>
                <c:pt idx="2044">
                  <c:v>196941.1477332301</c:v>
                </c:pt>
                <c:pt idx="2045">
                  <c:v>197028.91793594867</c:v>
                </c:pt>
                <c:pt idx="2046">
                  <c:v>197119.29536483155</c:v>
                </c:pt>
                <c:pt idx="2047">
                  <c:v>197210.17085772214</c:v>
                </c:pt>
                <c:pt idx="2048">
                  <c:v>197281.1011342936</c:v>
                </c:pt>
                <c:pt idx="2049">
                  <c:v>197391.1083653048</c:v>
                </c:pt>
                <c:pt idx="2050">
                  <c:v>197429.4422161572</c:v>
                </c:pt>
                <c:pt idx="2051">
                  <c:v>197547.42373621266</c:v>
                </c:pt>
                <c:pt idx="2052">
                  <c:v>197696.92796716967</c:v>
                </c:pt>
                <c:pt idx="2053">
                  <c:v>197802.7174591582</c:v>
                </c:pt>
                <c:pt idx="2054">
                  <c:v>197881.3682556563</c:v>
                </c:pt>
                <c:pt idx="2055">
                  <c:v>197965.37527638965</c:v>
                </c:pt>
                <c:pt idx="2056">
                  <c:v>198064.99626918806</c:v>
                </c:pt>
                <c:pt idx="2057">
                  <c:v>198138.63397788286</c:v>
                </c:pt>
                <c:pt idx="2058">
                  <c:v>198241.726473443</c:v>
                </c:pt>
                <c:pt idx="2059">
                  <c:v>198327.39040259004</c:v>
                </c:pt>
                <c:pt idx="2060">
                  <c:v>198423.63917892711</c:v>
                </c:pt>
                <c:pt idx="2061">
                  <c:v>198505.42712865115</c:v>
                </c:pt>
                <c:pt idx="2062">
                  <c:v>198599.10179040834</c:v>
                </c:pt>
                <c:pt idx="2063">
                  <c:v>198714.42580996518</c:v>
                </c:pt>
                <c:pt idx="2064">
                  <c:v>198785.3542635377</c:v>
                </c:pt>
                <c:pt idx="2065">
                  <c:v>198881.58175660574</c:v>
                </c:pt>
                <c:pt idx="2066">
                  <c:v>198979.66044696025</c:v>
                </c:pt>
                <c:pt idx="2067">
                  <c:v>199088.56681094845</c:v>
                </c:pt>
                <c:pt idx="2068">
                  <c:v>199178.0872144726</c:v>
                </c:pt>
                <c:pt idx="2069">
                  <c:v>199276.89786188185</c:v>
                </c:pt>
                <c:pt idx="2070">
                  <c:v>199362.49892596857</c:v>
                </c:pt>
                <c:pt idx="2071">
                  <c:v>199449.3692257388</c:v>
                </c:pt>
                <c:pt idx="2072">
                  <c:v>199559.4030559265</c:v>
                </c:pt>
                <c:pt idx="2073">
                  <c:v>199668.78559663414</c:v>
                </c:pt>
                <c:pt idx="2074">
                  <c:v>199760.2850464048</c:v>
                </c:pt>
                <c:pt idx="2075">
                  <c:v>199851.00190726807</c:v>
                </c:pt>
                <c:pt idx="2076">
                  <c:v>199960.96661641359</c:v>
                </c:pt>
                <c:pt idx="2077">
                  <c:v>200068.54074821208</c:v>
                </c:pt>
                <c:pt idx="2078">
                  <c:v>200149.1631028518</c:v>
                </c:pt>
                <c:pt idx="2079">
                  <c:v>200240.0385957424</c:v>
                </c:pt>
                <c:pt idx="2080">
                  <c:v>200342.56778579287</c:v>
                </c:pt>
                <c:pt idx="2081">
                  <c:v>200454.77109494145</c:v>
                </c:pt>
                <c:pt idx="2082">
                  <c:v>200587.409790488</c:v>
                </c:pt>
                <c:pt idx="2083">
                  <c:v>200676.09216838836</c:v>
                </c:pt>
                <c:pt idx="2084">
                  <c:v>200769.94434499048</c:v>
                </c:pt>
                <c:pt idx="2085">
                  <c:v>200809.9389870495</c:v>
                </c:pt>
                <c:pt idx="2086">
                  <c:v>200905.14733855502</c:v>
                </c:pt>
                <c:pt idx="2087">
                  <c:v>201007.08335269394</c:v>
                </c:pt>
                <c:pt idx="2088">
                  <c:v>201227.34184127132</c:v>
                </c:pt>
                <c:pt idx="2089">
                  <c:v>201294.32635687455</c:v>
                </c:pt>
                <c:pt idx="2090">
                  <c:v>201336.50625748705</c:v>
                </c:pt>
                <c:pt idx="2091">
                  <c:v>201391.29182837193</c:v>
                </c:pt>
                <c:pt idx="2092">
                  <c:v>201491.6951315701</c:v>
                </c:pt>
                <c:pt idx="2093">
                  <c:v>201589.1985563706</c:v>
                </c:pt>
                <c:pt idx="2094">
                  <c:v>201691.92980280332</c:v>
                </c:pt>
                <c:pt idx="2095">
                  <c:v>201799.7670434878</c:v>
                </c:pt>
                <c:pt idx="2096">
                  <c:v>201920.08800805005</c:v>
                </c:pt>
                <c:pt idx="2097">
                  <c:v>202011.55313364483</c:v>
                </c:pt>
                <c:pt idx="2098">
                  <c:v>202108.48961648237</c:v>
                </c:pt>
                <c:pt idx="2099">
                  <c:v>202208.27821617483</c:v>
                </c:pt>
                <c:pt idx="2100">
                  <c:v>202328.51430815685</c:v>
                </c:pt>
                <c:pt idx="2101">
                  <c:v>202438.3808550964</c:v>
                </c:pt>
                <c:pt idx="2102">
                  <c:v>202558.62800101595</c:v>
                </c:pt>
                <c:pt idx="2103">
                  <c:v>202657.43502222424</c:v>
                </c:pt>
                <c:pt idx="2104">
                  <c:v>202747.20763755578</c:v>
                </c:pt>
                <c:pt idx="2105">
                  <c:v>202848.81406193925</c:v>
                </c:pt>
                <c:pt idx="2106">
                  <c:v>202946.35578150055</c:v>
                </c:pt>
                <c:pt idx="2107">
                  <c:v>203043.89750106185</c:v>
                </c:pt>
                <c:pt idx="2108">
                  <c:v>203133.6701163934</c:v>
                </c:pt>
                <c:pt idx="2109">
                  <c:v>203235.16711436832</c:v>
                </c:pt>
                <c:pt idx="2110">
                  <c:v>203336.57635736663</c:v>
                </c:pt>
                <c:pt idx="2111">
                  <c:v>203434.08913760676</c:v>
                </c:pt>
                <c:pt idx="2112">
                  <c:v>203544.02152444713</c:v>
                </c:pt>
                <c:pt idx="2113">
                  <c:v>203629.25307468828</c:v>
                </c:pt>
                <c:pt idx="2114">
                  <c:v>203750.7259880603</c:v>
                </c:pt>
                <c:pt idx="2115">
                  <c:v>203846.22578185558</c:v>
                </c:pt>
                <c:pt idx="2116">
                  <c:v>203970.32181965734</c:v>
                </c:pt>
                <c:pt idx="2117">
                  <c:v>204071.80899072</c:v>
                </c:pt>
                <c:pt idx="2118">
                  <c:v>204190.88312149575</c:v>
                </c:pt>
                <c:pt idx="2119">
                  <c:v>204276.31667065868</c:v>
                </c:pt>
                <c:pt idx="2120">
                  <c:v>204433.6547954733</c:v>
                </c:pt>
                <c:pt idx="2121">
                  <c:v>204531.32350829718</c:v>
                </c:pt>
                <c:pt idx="2122">
                  <c:v>204640.66234614636</c:v>
                </c:pt>
                <c:pt idx="2123">
                  <c:v>204779.20672611188</c:v>
                </c:pt>
                <c:pt idx="2124">
                  <c:v>204893.7568767211</c:v>
                </c:pt>
                <c:pt idx="2125">
                  <c:v>204996.69669236778</c:v>
                </c:pt>
                <c:pt idx="2126">
                  <c:v>205111.25241824903</c:v>
                </c:pt>
                <c:pt idx="2127">
                  <c:v>205202.17611373306</c:v>
                </c:pt>
                <c:pt idx="2128">
                  <c:v>205309.9851660749</c:v>
                </c:pt>
                <c:pt idx="2129">
                  <c:v>205410.31109624574</c:v>
                </c:pt>
                <c:pt idx="2130">
                  <c:v>205503.5759098893</c:v>
                </c:pt>
                <c:pt idx="2131">
                  <c:v>205623.56042277874</c:v>
                </c:pt>
                <c:pt idx="2132">
                  <c:v>205591.095089944</c:v>
                </c:pt>
                <c:pt idx="2133">
                  <c:v>205680.9366336486</c:v>
                </c:pt>
                <c:pt idx="2134">
                  <c:v>205702.24919437477</c:v>
                </c:pt>
                <c:pt idx="2135">
                  <c:v>205789.07498923622</c:v>
                </c:pt>
                <c:pt idx="2136">
                  <c:v>205905.8960958344</c:v>
                </c:pt>
                <c:pt idx="2137">
                  <c:v>205916.9325269087</c:v>
                </c:pt>
                <c:pt idx="2138">
                  <c:v>205965.40753499817</c:v>
                </c:pt>
                <c:pt idx="2139">
                  <c:v>206013.88141300704</c:v>
                </c:pt>
                <c:pt idx="2140">
                  <c:v>206062.35858363716</c:v>
                </c:pt>
                <c:pt idx="2141">
                  <c:v>206128.37211293864</c:v>
                </c:pt>
                <c:pt idx="2142">
                  <c:v>206239.35506939574</c:v>
                </c:pt>
                <c:pt idx="2143">
                  <c:v>206353.43526194087</c:v>
                </c:pt>
                <c:pt idx="2144">
                  <c:v>206448.50168972625</c:v>
                </c:pt>
                <c:pt idx="2145">
                  <c:v>206508.3996396446</c:v>
                </c:pt>
                <c:pt idx="2146">
                  <c:v>206612.2242355289</c:v>
                </c:pt>
                <c:pt idx="2147">
                  <c:v>206668.30121346723</c:v>
                </c:pt>
                <c:pt idx="2148">
                  <c:v>206760.88344715413</c:v>
                </c:pt>
                <c:pt idx="2149">
                  <c:v>206865.57697111685</c:v>
                </c:pt>
                <c:pt idx="2150">
                  <c:v>206958.452959435</c:v>
                </c:pt>
                <c:pt idx="2151">
                  <c:v>207087.91657273786</c:v>
                </c:pt>
                <c:pt idx="2152">
                  <c:v>207189.96646843123</c:v>
                </c:pt>
                <c:pt idx="2153">
                  <c:v>207295.8663112027</c:v>
                </c:pt>
                <c:pt idx="2154">
                  <c:v>207382.92041034182</c:v>
                </c:pt>
                <c:pt idx="2155">
                  <c:v>207467.5529821241</c:v>
                </c:pt>
                <c:pt idx="2156">
                  <c:v>207613.21523996745</c:v>
                </c:pt>
                <c:pt idx="2157">
                  <c:v>207702.2707571357</c:v>
                </c:pt>
                <c:pt idx="2158">
                  <c:v>207804.59344852</c:v>
                </c:pt>
                <c:pt idx="2159">
                  <c:v>207899.3942370327</c:v>
                </c:pt>
                <c:pt idx="2160">
                  <c:v>207997.6771193402</c:v>
                </c:pt>
                <c:pt idx="2161">
                  <c:v>208101.25364411576</c:v>
                </c:pt>
                <c:pt idx="2162">
                  <c:v>208203.5746730699</c:v>
                </c:pt>
                <c:pt idx="2163">
                  <c:v>208291.44496547524</c:v>
                </c:pt>
                <c:pt idx="2164">
                  <c:v>208375.97328668743</c:v>
                </c:pt>
                <c:pt idx="2165">
                  <c:v>208522.9431385463</c:v>
                </c:pt>
                <c:pt idx="2166">
                  <c:v>208618.8257423312</c:v>
                </c:pt>
                <c:pt idx="2167">
                  <c:v>208732.4821415928</c:v>
                </c:pt>
                <c:pt idx="2168">
                  <c:v>208835.89573605472</c:v>
                </c:pt>
                <c:pt idx="2169">
                  <c:v>208931.82872691902</c:v>
                </c:pt>
                <c:pt idx="2170">
                  <c:v>209029.12011515806</c:v>
                </c:pt>
                <c:pt idx="2171">
                  <c:v>209127.85169082144</c:v>
                </c:pt>
                <c:pt idx="2172">
                  <c:v>209239.01705830562</c:v>
                </c:pt>
                <c:pt idx="2173">
                  <c:v>209344.19087194483</c:v>
                </c:pt>
                <c:pt idx="2174">
                  <c:v>209447.07666467282</c:v>
                </c:pt>
                <c:pt idx="2175">
                  <c:v>209551.59518570828</c:v>
                </c:pt>
                <c:pt idx="2176">
                  <c:v>209652.25919023636</c:v>
                </c:pt>
                <c:pt idx="2177">
                  <c:v>209768.68982295756</c:v>
                </c:pt>
                <c:pt idx="2178">
                  <c:v>209865.29664354902</c:v>
                </c:pt>
                <c:pt idx="2179">
                  <c:v>209938.87551200733</c:v>
                </c:pt>
                <c:pt idx="2180">
                  <c:v>210035.4823325988</c:v>
                </c:pt>
                <c:pt idx="2181">
                  <c:v>210132.6694676114</c:v>
                </c:pt>
                <c:pt idx="2182">
                  <c:v>210240.55818790087</c:v>
                </c:pt>
                <c:pt idx="2183">
                  <c:v>210339.18257788103</c:v>
                </c:pt>
                <c:pt idx="2184">
                  <c:v>210449.07601893356</c:v>
                </c:pt>
                <c:pt idx="2185">
                  <c:v>210550.61623924237</c:v>
                </c:pt>
                <c:pt idx="2186">
                  <c:v>210589.20763810966</c:v>
                </c:pt>
                <c:pt idx="2187">
                  <c:v>210685.16992266625</c:v>
                </c:pt>
                <c:pt idx="2188">
                  <c:v>210818.87341352814</c:v>
                </c:pt>
                <c:pt idx="2189">
                  <c:v>210913.5950233926</c:v>
                </c:pt>
                <c:pt idx="2190">
                  <c:v>211013.99157757778</c:v>
                </c:pt>
                <c:pt idx="2191">
                  <c:v>211087.5704460361</c:v>
                </c:pt>
                <c:pt idx="2192">
                  <c:v>211182.29205590056</c:v>
                </c:pt>
                <c:pt idx="2193">
                  <c:v>211311.13237617348</c:v>
                </c:pt>
                <c:pt idx="2194">
                  <c:v>211401.3128395858</c:v>
                </c:pt>
                <c:pt idx="2195">
                  <c:v>211526.9196306565</c:v>
                </c:pt>
                <c:pt idx="2196">
                  <c:v>211627.2639557442</c:v>
                </c:pt>
                <c:pt idx="2197">
                  <c:v>211693.1648732663</c:v>
                </c:pt>
                <c:pt idx="2198">
                  <c:v>211818.9989783475</c:v>
                </c:pt>
                <c:pt idx="2199">
                  <c:v>211923.06295775005</c:v>
                </c:pt>
                <c:pt idx="2200">
                  <c:v>212021.43516717854</c:v>
                </c:pt>
                <c:pt idx="2201">
                  <c:v>212132.37807134597</c:v>
                </c:pt>
                <c:pt idx="2202">
                  <c:v>212239.20715009593</c:v>
                </c:pt>
                <c:pt idx="2203">
                  <c:v>212363.28979109906</c:v>
                </c:pt>
                <c:pt idx="2204">
                  <c:v>212455.48695727414</c:v>
                </c:pt>
                <c:pt idx="2205">
                  <c:v>212523.81782229163</c:v>
                </c:pt>
                <c:pt idx="2206">
                  <c:v>212587.2948519336</c:v>
                </c:pt>
                <c:pt idx="2207">
                  <c:v>212694.44853900786</c:v>
                </c:pt>
                <c:pt idx="2208">
                  <c:v>212794.48399711715</c:v>
                </c:pt>
                <c:pt idx="2209">
                  <c:v>212894.7025472686</c:v>
                </c:pt>
                <c:pt idx="2210">
                  <c:v>212989.73994801787</c:v>
                </c:pt>
                <c:pt idx="2211">
                  <c:v>213064.7279227067</c:v>
                </c:pt>
                <c:pt idx="2212">
                  <c:v>213187.96606643416</c:v>
                </c:pt>
                <c:pt idx="2213">
                  <c:v>213230.85753454405</c:v>
                </c:pt>
                <c:pt idx="2214">
                  <c:v>213329.20961767802</c:v>
                </c:pt>
                <c:pt idx="2215">
                  <c:v>213427.561700812</c:v>
                </c:pt>
                <c:pt idx="2216">
                  <c:v>213522.4464412127</c:v>
                </c:pt>
                <c:pt idx="2217">
                  <c:v>213572.25017858617</c:v>
                </c:pt>
                <c:pt idx="2218">
                  <c:v>213622.02895172592</c:v>
                </c:pt>
                <c:pt idx="2219">
                  <c:v>213717.56686175492</c:v>
                </c:pt>
                <c:pt idx="2220">
                  <c:v>213809.10559045992</c:v>
                </c:pt>
                <c:pt idx="2221">
                  <c:v>213883.45664307245</c:v>
                </c:pt>
                <c:pt idx="2222">
                  <c:v>213981.95279635707</c:v>
                </c:pt>
                <c:pt idx="2223">
                  <c:v>214078.7707151114</c:v>
                </c:pt>
                <c:pt idx="2224">
                  <c:v>214178.72595658468</c:v>
                </c:pt>
                <c:pt idx="2225">
                  <c:v>214275.90924444664</c:v>
                </c:pt>
                <c:pt idx="2226">
                  <c:v>214364.35623693035</c:v>
                </c:pt>
                <c:pt idx="2227">
                  <c:v>214414.12606409803</c:v>
                </c:pt>
                <c:pt idx="2228">
                  <c:v>214503.78210560404</c:v>
                </c:pt>
                <c:pt idx="2229">
                  <c:v>214608.4216964265</c:v>
                </c:pt>
                <c:pt idx="2230">
                  <c:v>214705.60498428845</c:v>
                </c:pt>
                <c:pt idx="2231">
                  <c:v>214792.27932604082</c:v>
                </c:pt>
                <c:pt idx="2232">
                  <c:v>214890.12440161052</c:v>
                </c:pt>
                <c:pt idx="2233">
                  <c:v>214981.41225670945</c:v>
                </c:pt>
                <c:pt idx="2234">
                  <c:v>215097.23388294794</c:v>
                </c:pt>
                <c:pt idx="2235">
                  <c:v>215210.97865641807</c:v>
                </c:pt>
                <c:pt idx="2236">
                  <c:v>215308.8455662303</c:v>
                </c:pt>
                <c:pt idx="2237">
                  <c:v>215406.1387335608</c:v>
                </c:pt>
                <c:pt idx="2238">
                  <c:v>215494.60045931375</c:v>
                </c:pt>
                <c:pt idx="2239">
                  <c:v>215609.69623663297</c:v>
                </c:pt>
                <c:pt idx="2240">
                  <c:v>215714.3372320606</c:v>
                </c:pt>
                <c:pt idx="2241">
                  <c:v>215867.14509988544</c:v>
                </c:pt>
                <c:pt idx="2242">
                  <c:v>215965.01200969768</c:v>
                </c:pt>
                <c:pt idx="2243">
                  <c:v>216056.2998647966</c:v>
                </c:pt>
                <c:pt idx="2244">
                  <c:v>216179.5258318777</c:v>
                </c:pt>
                <c:pt idx="2245">
                  <c:v>216263.41601286078</c:v>
                </c:pt>
                <c:pt idx="2246">
                  <c:v>216379.23763909927</c:v>
                </c:pt>
                <c:pt idx="2247">
                  <c:v>216489.60664672713</c:v>
                </c:pt>
                <c:pt idx="2248">
                  <c:v>216599.975654355</c:v>
                </c:pt>
                <c:pt idx="2249">
                  <c:v>216699.87640133646</c:v>
                </c:pt>
                <c:pt idx="2250">
                  <c:v>216796.69418235493</c:v>
                </c:pt>
                <c:pt idx="2251">
                  <c:v>216885.15370694338</c:v>
                </c:pt>
                <c:pt idx="2252">
                  <c:v>216999.10531940384</c:v>
                </c:pt>
                <c:pt idx="2253">
                  <c:v>217090.09533586976</c:v>
                </c:pt>
                <c:pt idx="2254">
                  <c:v>217237.14654989602</c:v>
                </c:pt>
                <c:pt idx="2255">
                  <c:v>217329.6382579474</c:v>
                </c:pt>
                <c:pt idx="2256">
                  <c:v>217423.94247463852</c:v>
                </c:pt>
                <c:pt idx="2257">
                  <c:v>217518.55557925</c:v>
                </c:pt>
                <c:pt idx="2258">
                  <c:v>217566.4541906372</c:v>
                </c:pt>
                <c:pt idx="2259">
                  <c:v>217668.26069800378</c:v>
                </c:pt>
                <c:pt idx="2260">
                  <c:v>217762.6542252519</c:v>
                </c:pt>
                <c:pt idx="2261">
                  <c:v>217864.47056805962</c:v>
                </c:pt>
                <c:pt idx="2262">
                  <c:v>217968.50214032477</c:v>
                </c:pt>
                <c:pt idx="2263">
                  <c:v>218070.61004331138</c:v>
                </c:pt>
                <c:pt idx="2264">
                  <c:v>218163.3816600499</c:v>
                </c:pt>
                <c:pt idx="2265">
                  <c:v>218245.10850659778</c:v>
                </c:pt>
                <c:pt idx="2266">
                  <c:v>218339.61364495047</c:v>
                </c:pt>
                <c:pt idx="2267">
                  <c:v>218442.93732423804</c:v>
                </c:pt>
                <c:pt idx="2268">
                  <c:v>218522.6412486783</c:v>
                </c:pt>
                <c:pt idx="2269">
                  <c:v>218615.522802749</c:v>
                </c:pt>
                <c:pt idx="2270">
                  <c:v>218708.39872118435</c:v>
                </c:pt>
                <c:pt idx="2271">
                  <c:v>218802.1582706381</c:v>
                </c:pt>
                <c:pt idx="2272">
                  <c:v>218896.7412709903</c:v>
                </c:pt>
                <c:pt idx="2273">
                  <c:v>219009.75598840963</c:v>
                </c:pt>
                <c:pt idx="2274">
                  <c:v>219089.64248729206</c:v>
                </c:pt>
                <c:pt idx="2275">
                  <c:v>219196.14291516095</c:v>
                </c:pt>
                <c:pt idx="2276">
                  <c:v>219299.44126643508</c:v>
                </c:pt>
                <c:pt idx="2277">
                  <c:v>219406.94389158342</c:v>
                </c:pt>
                <c:pt idx="2278">
                  <c:v>219463.81324444595</c:v>
                </c:pt>
                <c:pt idx="2279">
                  <c:v>219570.26206361386</c:v>
                </c:pt>
                <c:pt idx="2280">
                  <c:v>219657.69436060268</c:v>
                </c:pt>
                <c:pt idx="2281">
                  <c:v>219752.45707589955</c:v>
                </c:pt>
                <c:pt idx="2282">
                  <c:v>219830.07027364938</c:v>
                </c:pt>
                <c:pt idx="2283">
                  <c:v>219910.0174082269</c:v>
                </c:pt>
                <c:pt idx="2284">
                  <c:v>220013.1973864915</c:v>
                </c:pt>
                <c:pt idx="2285">
                  <c:v>220114.13919482703</c:v>
                </c:pt>
                <c:pt idx="2286">
                  <c:v>220207.95678964394</c:v>
                </c:pt>
                <c:pt idx="2287">
                  <c:v>220298.7057149487</c:v>
                </c:pt>
                <c:pt idx="2288">
                  <c:v>220377.59916605987</c:v>
                </c:pt>
                <c:pt idx="2289">
                  <c:v>220490.61348758786</c:v>
                </c:pt>
                <c:pt idx="2290">
                  <c:v>220603.2766747847</c:v>
                </c:pt>
                <c:pt idx="2291">
                  <c:v>220695.04272332616</c:v>
                </c:pt>
                <c:pt idx="2292">
                  <c:v>220800.9850535385</c:v>
                </c:pt>
                <c:pt idx="2293">
                  <c:v>220908.1349832828</c:v>
                </c:pt>
                <c:pt idx="2294">
                  <c:v>221011.19319394068</c:v>
                </c:pt>
                <c:pt idx="2295">
                  <c:v>221100.4705997845</c:v>
                </c:pt>
                <c:pt idx="2296">
                  <c:v>221194.92027851084</c:v>
                </c:pt>
                <c:pt idx="2297">
                  <c:v>221286.0652930824</c:v>
                </c:pt>
                <c:pt idx="2298">
                  <c:v>221391.98820337642</c:v>
                </c:pt>
                <c:pt idx="2299">
                  <c:v>221511.28611382467</c:v>
                </c:pt>
                <c:pt idx="2300">
                  <c:v>221602.06913342417</c:v>
                </c:pt>
                <c:pt idx="2301">
                  <c:v>221707.6930070382</c:v>
                </c:pt>
                <c:pt idx="2302">
                  <c:v>221821.25591677942</c:v>
                </c:pt>
                <c:pt idx="2303">
                  <c:v>221911.66011090478</c:v>
                </c:pt>
                <c:pt idx="2304">
                  <c:v>221986.70592676094</c:v>
                </c:pt>
                <c:pt idx="2305">
                  <c:v>222091.61753446015</c:v>
                </c:pt>
                <c:pt idx="2306">
                  <c:v>222164.1833820923</c:v>
                </c:pt>
                <c:pt idx="2307">
                  <c:v>222245.9526184941</c:v>
                </c:pt>
                <c:pt idx="2308">
                  <c:v>222330.71555050902</c:v>
                </c:pt>
                <c:pt idx="2309">
                  <c:v>222440.69790416662</c:v>
                </c:pt>
                <c:pt idx="2310">
                  <c:v>222556.34399761818</c:v>
                </c:pt>
                <c:pt idx="2311">
                  <c:v>222666.21784388047</c:v>
                </c:pt>
                <c:pt idx="2312">
                  <c:v>222778.0114163706</c:v>
                </c:pt>
                <c:pt idx="2313">
                  <c:v>222883.7127783983</c:v>
                </c:pt>
                <c:pt idx="2314">
                  <c:v>222955.2963936258</c:v>
                </c:pt>
                <c:pt idx="2315">
                  <c:v>223015.83158987446</c:v>
                </c:pt>
                <c:pt idx="2316">
                  <c:v>223129.66144039904</c:v>
                </c:pt>
                <c:pt idx="2317">
                  <c:v>223207.49523999981</c:v>
                </c:pt>
                <c:pt idx="2318">
                  <c:v>223280.0627533464</c:v>
                </c:pt>
                <c:pt idx="2319">
                  <c:v>223389.57948819027</c:v>
                </c:pt>
                <c:pt idx="2320">
                  <c:v>223428.52499670995</c:v>
                </c:pt>
                <c:pt idx="2321">
                  <c:v>223500.06336206468</c:v>
                </c:pt>
                <c:pt idx="2322">
                  <c:v>223601.07685373607</c:v>
                </c:pt>
                <c:pt idx="2323">
                  <c:v>223683.64339608556</c:v>
                </c:pt>
                <c:pt idx="2324">
                  <c:v>223797.26519769392</c:v>
                </c:pt>
                <c:pt idx="2325">
                  <c:v>223894.86367523108</c:v>
                </c:pt>
                <c:pt idx="2326">
                  <c:v>223999.17443528413</c:v>
                </c:pt>
                <c:pt idx="2327">
                  <c:v>224094.99628625787</c:v>
                </c:pt>
                <c:pt idx="2328">
                  <c:v>224182.32043658473</c:v>
                </c:pt>
                <c:pt idx="2329">
                  <c:v>224302.19025351087</c:v>
                </c:pt>
                <c:pt idx="2330">
                  <c:v>224387.00309134732</c:v>
                </c:pt>
                <c:pt idx="2331">
                  <c:v>224474.60913119168</c:v>
                </c:pt>
                <c:pt idx="2332">
                  <c:v>224582.8291209798</c:v>
                </c:pt>
                <c:pt idx="2333">
                  <c:v>224681.07378813697</c:v>
                </c:pt>
                <c:pt idx="2334">
                  <c:v>224789.29377792508</c:v>
                </c:pt>
                <c:pt idx="2335">
                  <c:v>224887.53844508226</c:v>
                </c:pt>
                <c:pt idx="2336">
                  <c:v>225005.92153911333</c:v>
                </c:pt>
                <c:pt idx="2337">
                  <c:v>225118.40465960416</c:v>
                </c:pt>
                <c:pt idx="2338">
                  <c:v>225221.84526890467</c:v>
                </c:pt>
                <c:pt idx="2339">
                  <c:v>225340.22836293574</c:v>
                </c:pt>
                <c:pt idx="2340">
                  <c:v>225433.8214006877</c:v>
                </c:pt>
                <c:pt idx="2341">
                  <c:v>225540.40083935892</c:v>
                </c:pt>
                <c:pt idx="2342">
                  <c:v>225621.518754792</c:v>
                </c:pt>
                <c:pt idx="2343">
                  <c:v>225724.9593640925</c:v>
                </c:pt>
                <c:pt idx="2344">
                  <c:v>225837.44248458333</c:v>
                </c:pt>
                <c:pt idx="2345">
                  <c:v>225922.37077643897</c:v>
                </c:pt>
                <c:pt idx="2346">
                  <c:v>226040.75387047004</c:v>
                </c:pt>
                <c:pt idx="2347">
                  <c:v>226125.68216232568</c:v>
                </c:pt>
                <c:pt idx="2348">
                  <c:v>226223.92682948287</c:v>
                </c:pt>
                <c:pt idx="2349">
                  <c:v>226327.36743878337</c:v>
                </c:pt>
                <c:pt idx="2350">
                  <c:v>226431.93104137902</c:v>
                </c:pt>
                <c:pt idx="2351">
                  <c:v>226523.44156597208</c:v>
                </c:pt>
                <c:pt idx="2352">
                  <c:v>226591.13760017298</c:v>
                </c:pt>
                <c:pt idx="2353">
                  <c:v>226697.7170388442</c:v>
                </c:pt>
                <c:pt idx="2354">
                  <c:v>226794.8762740013</c:v>
                </c:pt>
                <c:pt idx="2355">
                  <c:v>226900.8898534124</c:v>
                </c:pt>
                <c:pt idx="2356">
                  <c:v>226982.00776884548</c:v>
                </c:pt>
                <c:pt idx="2357">
                  <c:v>227088.64747484733</c:v>
                </c:pt>
                <c:pt idx="2358">
                  <c:v>227076.348803379</c:v>
                </c:pt>
                <c:pt idx="2359">
                  <c:v>227144.88683294613</c:v>
                </c:pt>
                <c:pt idx="2360">
                  <c:v>227251.52653894798</c:v>
                </c:pt>
                <c:pt idx="2361">
                  <c:v>227319.22257314887</c:v>
                </c:pt>
                <c:pt idx="2362">
                  <c:v>227404.1508650045</c:v>
                </c:pt>
                <c:pt idx="2363">
                  <c:v>227391.85219353618</c:v>
                </c:pt>
                <c:pt idx="2364">
                  <c:v>227479.20890459183</c:v>
                </c:pt>
                <c:pt idx="2365">
                  <c:v>227577.85255109257</c:v>
                </c:pt>
                <c:pt idx="2366">
                  <c:v>227664.2989611448</c:v>
                </c:pt>
                <c:pt idx="2367">
                  <c:v>227731.9949953457</c:v>
                </c:pt>
                <c:pt idx="2368">
                  <c:v>227802.73435226185</c:v>
                </c:pt>
                <c:pt idx="2369">
                  <c:v>227949.32565705065</c:v>
                </c:pt>
                <c:pt idx="2370">
                  <c:v>228069.61928550896</c:v>
                </c:pt>
                <c:pt idx="2371">
                  <c:v>228158.77593104012</c:v>
                </c:pt>
                <c:pt idx="2372">
                  <c:v>228247.93257657127</c:v>
                </c:pt>
                <c:pt idx="2373">
                  <c:v>228354.74943801662</c:v>
                </c:pt>
                <c:pt idx="2374">
                  <c:v>228447.7324714584</c:v>
                </c:pt>
                <c:pt idx="2375">
                  <c:v>228551.1724458163</c:v>
                </c:pt>
                <c:pt idx="2376">
                  <c:v>228654.9071464493</c:v>
                </c:pt>
                <c:pt idx="2377">
                  <c:v>228754.59483483032</c:v>
                </c:pt>
                <c:pt idx="2378">
                  <c:v>228866.39482214485</c:v>
                </c:pt>
                <c:pt idx="2379">
                  <c:v>228970.12952277783</c:v>
                </c:pt>
                <c:pt idx="2380">
                  <c:v>229080.00452492523</c:v>
                </c:pt>
                <c:pt idx="2381">
                  <c:v>229149.31706573576</c:v>
                </c:pt>
                <c:pt idx="2382">
                  <c:v>229250.67413185514</c:v>
                </c:pt>
                <c:pt idx="2383">
                  <c:v>229312.1552522174</c:v>
                </c:pt>
                <c:pt idx="2384">
                  <c:v>229398.3758650915</c:v>
                </c:pt>
                <c:pt idx="2385">
                  <c:v>229493.13091244214</c:v>
                </c:pt>
                <c:pt idx="2386">
                  <c:v>229583.83550297387</c:v>
                </c:pt>
                <c:pt idx="2387">
                  <c:v>229681.8685096307</c:v>
                </c:pt>
                <c:pt idx="2388">
                  <c:v>229774.97163151496</c:v>
                </c:pt>
                <c:pt idx="2389">
                  <c:v>229844.35091233763</c:v>
                </c:pt>
                <c:pt idx="2390">
                  <c:v>229943.0209862874</c:v>
                </c:pt>
                <c:pt idx="2391">
                  <c:v>230044.1866174307</c:v>
                </c:pt>
                <c:pt idx="2392">
                  <c:v>230112.68011121056</c:v>
                </c:pt>
                <c:pt idx="2393">
                  <c:v>230198.94823008036</c:v>
                </c:pt>
                <c:pt idx="2394">
                  <c:v>230297.5784591409</c:v>
                </c:pt>
                <c:pt idx="2395">
                  <c:v>230392.2419005604</c:v>
                </c:pt>
                <c:pt idx="2396">
                  <c:v>230493.58568518033</c:v>
                </c:pt>
                <c:pt idx="2397">
                  <c:v>230591.56588027623</c:v>
                </c:pt>
                <c:pt idx="2398">
                  <c:v>230692.71702941466</c:v>
                </c:pt>
                <c:pt idx="2399">
                  <c:v>230781.0276127498</c:v>
                </c:pt>
                <c:pt idx="2400">
                  <c:v>230874.07936264208</c:v>
                </c:pt>
                <c:pt idx="2401">
                  <c:v>230935.53174778915</c:v>
                </c:pt>
                <c:pt idx="2402">
                  <c:v>231007.8084453053</c:v>
                </c:pt>
                <c:pt idx="2403">
                  <c:v>231109.019326138</c:v>
                </c:pt>
                <c:pt idx="2404">
                  <c:v>231229.67122513795</c:v>
                </c:pt>
                <c:pt idx="2405">
                  <c:v>231332.97470816606</c:v>
                </c:pt>
                <c:pt idx="2406">
                  <c:v>231430.32599985917</c:v>
                </c:pt>
                <c:pt idx="2407">
                  <c:v>231531.45267302904</c:v>
                </c:pt>
                <c:pt idx="2408">
                  <c:v>231601.97027161566</c:v>
                </c:pt>
                <c:pt idx="2409">
                  <c:v>231706.03708822397</c:v>
                </c:pt>
                <c:pt idx="2410">
                  <c:v>231770.35166782513</c:v>
                </c:pt>
                <c:pt idx="2411">
                  <c:v>231872.5283289494</c:v>
                </c:pt>
                <c:pt idx="2412">
                  <c:v>231905.10577792086</c:v>
                </c:pt>
                <c:pt idx="2413">
                  <c:v>231982.28578113587</c:v>
                </c:pt>
                <c:pt idx="2414">
                  <c:v>232102.94627369553</c:v>
                </c:pt>
                <c:pt idx="2415">
                  <c:v>232204.01096253845</c:v>
                </c:pt>
                <c:pt idx="2416">
                  <c:v>232325.18831332627</c:v>
                </c:pt>
                <c:pt idx="2417">
                  <c:v>232413.0832618561</c:v>
                </c:pt>
                <c:pt idx="2418">
                  <c:v>232509.55742079733</c:v>
                </c:pt>
                <c:pt idx="2419">
                  <c:v>232586.3164900322</c:v>
                </c:pt>
                <c:pt idx="2420">
                  <c:v>232674.2619308086</c:v>
                </c:pt>
                <c:pt idx="2421">
                  <c:v>232758.23402469954</c:v>
                </c:pt>
                <c:pt idx="2422">
                  <c:v>232865.12801096178</c:v>
                </c:pt>
                <c:pt idx="2423">
                  <c:v>232986.17045375245</c:v>
                </c:pt>
                <c:pt idx="2424">
                  <c:v>233070.30917048108</c:v>
                </c:pt>
                <c:pt idx="2425">
                  <c:v>233168.98278631695</c:v>
                </c:pt>
                <c:pt idx="2426">
                  <c:v>233242.68540213894</c:v>
                </c:pt>
                <c:pt idx="2427">
                  <c:v>233339.08981417608</c:v>
                </c:pt>
                <c:pt idx="2428">
                  <c:v>233399.65566345886</c:v>
                </c:pt>
                <c:pt idx="2429">
                  <c:v>233470.1786133156</c:v>
                </c:pt>
                <c:pt idx="2430">
                  <c:v>233554.2056139473</c:v>
                </c:pt>
                <c:pt idx="2431">
                  <c:v>233648.18604945368</c:v>
                </c:pt>
                <c:pt idx="2432">
                  <c:v>233731.56552317398</c:v>
                </c:pt>
                <c:pt idx="2433">
                  <c:v>233815.66916905195</c:v>
                </c:pt>
                <c:pt idx="2434">
                  <c:v>233918.97779859544</c:v>
                </c:pt>
                <c:pt idx="2435">
                  <c:v>234000.477030509</c:v>
                </c:pt>
                <c:pt idx="2436">
                  <c:v>234095.8222308176</c:v>
                </c:pt>
                <c:pt idx="2437">
                  <c:v>234183.65346256734</c:v>
                </c:pt>
                <c:pt idx="2438">
                  <c:v>234284.5289060598</c:v>
                </c:pt>
                <c:pt idx="2439">
                  <c:v>234376.96953068307</c:v>
                </c:pt>
                <c:pt idx="2440">
                  <c:v>234482.00146083755</c:v>
                </c:pt>
                <c:pt idx="2441">
                  <c:v>234583.44985989452</c:v>
                </c:pt>
                <c:pt idx="2442">
                  <c:v>234682.0873006974</c:v>
                </c:pt>
                <c:pt idx="2443">
                  <c:v>234768.03477488644</c:v>
                </c:pt>
                <c:pt idx="2444">
                  <c:v>234799.8583881697</c:v>
                </c:pt>
                <c:pt idx="2445">
                  <c:v>234893.6283203834</c:v>
                </c:pt>
                <c:pt idx="2446">
                  <c:v>234980.37103971277</c:v>
                </c:pt>
                <c:pt idx="2447">
                  <c:v>235083.8471615641</c:v>
                </c:pt>
                <c:pt idx="2448">
                  <c:v>235148.31847215362</c:v>
                </c:pt>
                <c:pt idx="2449">
                  <c:v>235250.42148809013</c:v>
                </c:pt>
                <c:pt idx="2450">
                  <c:v>235365.7591850773</c:v>
                </c:pt>
                <c:pt idx="2451">
                  <c:v>235478.53907045646</c:v>
                </c:pt>
                <c:pt idx="2452">
                  <c:v>235560.3400311746</c:v>
                </c:pt>
                <c:pt idx="2453">
                  <c:v>235659.3751810403</c:v>
                </c:pt>
                <c:pt idx="2454">
                  <c:v>235765.31929994552</c:v>
                </c:pt>
                <c:pt idx="2455">
                  <c:v>235863.03940470848</c:v>
                </c:pt>
                <c:pt idx="2456">
                  <c:v>235981.10061969917</c:v>
                </c:pt>
                <c:pt idx="2457">
                  <c:v>236068.91396536358</c:v>
                </c:pt>
                <c:pt idx="2458">
                  <c:v>236157.58533921896</c:v>
                </c:pt>
                <c:pt idx="2459">
                  <c:v>236246.69498022317</c:v>
                </c:pt>
                <c:pt idx="2460">
                  <c:v>236355.66309555707</c:v>
                </c:pt>
                <c:pt idx="2461">
                  <c:v>236437.98172744722</c:v>
                </c:pt>
                <c:pt idx="2462">
                  <c:v>236533.714470924</c:v>
                </c:pt>
                <c:pt idx="2463">
                  <c:v>236576.41723473443</c:v>
                </c:pt>
                <c:pt idx="2464">
                  <c:v>236678.27014143014</c:v>
                </c:pt>
                <c:pt idx="2465">
                  <c:v>236781.59383866255</c:v>
                </c:pt>
                <c:pt idx="2466">
                  <c:v>236902.12124572464</c:v>
                </c:pt>
                <c:pt idx="2467">
                  <c:v>237000.0074942733</c:v>
                </c:pt>
                <c:pt idx="2468">
                  <c:v>237063.07837437696</c:v>
                </c:pt>
                <c:pt idx="2469">
                  <c:v>237165.31376182893</c:v>
                </c:pt>
                <c:pt idx="2470">
                  <c:v>237265.07207953688</c:v>
                </c:pt>
                <c:pt idx="2471">
                  <c:v>237365.42008174732</c:v>
                </c:pt>
                <c:pt idx="2472">
                  <c:v>237469.92745384248</c:v>
                </c:pt>
                <c:pt idx="2473">
                  <c:v>237568.0963254249</c:v>
                </c:pt>
                <c:pt idx="2474">
                  <c:v>237668.40563632967</c:v>
                </c:pt>
                <c:pt idx="2475">
                  <c:v>237765.85464720076</c:v>
                </c:pt>
                <c:pt idx="2476">
                  <c:v>237866.60662268958</c:v>
                </c:pt>
                <c:pt idx="2477">
                  <c:v>237968.89246886745</c:v>
                </c:pt>
                <c:pt idx="2478">
                  <c:v>238038.3355128431</c:v>
                </c:pt>
                <c:pt idx="2479">
                  <c:v>238148.66339181006</c:v>
                </c:pt>
                <c:pt idx="2480">
                  <c:v>238251.5717705079</c:v>
                </c:pt>
                <c:pt idx="2481">
                  <c:v>238352.2013688294</c:v>
                </c:pt>
                <c:pt idx="2482">
                  <c:v>238451.6113580506</c:v>
                </c:pt>
                <c:pt idx="2483">
                  <c:v>238553.35765845666</c:v>
                </c:pt>
                <c:pt idx="2484">
                  <c:v>238655.60999728093</c:v>
                </c:pt>
                <c:pt idx="2485">
                  <c:v>238754.23159638088</c:v>
                </c:pt>
                <c:pt idx="2486">
                  <c:v>238858.72036487397</c:v>
                </c:pt>
                <c:pt idx="2487">
                  <c:v>238962.95359180745</c:v>
                </c:pt>
                <c:pt idx="2488">
                  <c:v>239069.93639282748</c:v>
                </c:pt>
                <c:pt idx="2489">
                  <c:v>239166.3556751971</c:v>
                </c:pt>
                <c:pt idx="2490">
                  <c:v>239265.00952719394</c:v>
                </c:pt>
                <c:pt idx="2491">
                  <c:v>239367.98061893033</c:v>
                </c:pt>
                <c:pt idx="2492">
                  <c:v>239459.50803376752</c:v>
                </c:pt>
                <c:pt idx="2493">
                  <c:v>239554.87804537232</c:v>
                </c:pt>
                <c:pt idx="2494">
                  <c:v>239654.2102664195</c:v>
                </c:pt>
                <c:pt idx="2495">
                  <c:v>239756.23068524466</c:v>
                </c:pt>
                <c:pt idx="2496">
                  <c:v>239860.87729541239</c:v>
                </c:pt>
                <c:pt idx="2497">
                  <c:v>239962.08010710162</c:v>
                </c:pt>
                <c:pt idx="2498">
                  <c:v>240061.66559534371</c:v>
                </c:pt>
                <c:pt idx="2499">
                  <c:v>240162.6016885991</c:v>
                </c:pt>
                <c:pt idx="2500">
                  <c:v>240256.4571244568</c:v>
                </c:pt>
                <c:pt idx="2501">
                  <c:v>240353.81063941662</c:v>
                </c:pt>
                <c:pt idx="2502">
                  <c:v>240481.37750576064</c:v>
                </c:pt>
                <c:pt idx="2503">
                  <c:v>240581.0291549223</c:v>
                </c:pt>
                <c:pt idx="2504">
                  <c:v>240684.66193153785</c:v>
                </c:pt>
                <c:pt idx="2505">
                  <c:v>240789.1935977413</c:v>
                </c:pt>
                <c:pt idx="2506">
                  <c:v>240887.67360041075</c:v>
                </c:pt>
                <c:pt idx="2507">
                  <c:v>240985.2606272992</c:v>
                </c:pt>
                <c:pt idx="2508">
                  <c:v>241085.3486068453</c:v>
                </c:pt>
                <c:pt idx="2509">
                  <c:v>241185.3697173887</c:v>
                </c:pt>
                <c:pt idx="2510">
                  <c:v>241285.81822793893</c:v>
                </c:pt>
                <c:pt idx="2511">
                  <c:v>241387.91763314875</c:v>
                </c:pt>
                <c:pt idx="2512">
                  <c:v>241485.46332270358</c:v>
                </c:pt>
                <c:pt idx="2513">
                  <c:v>241584.64289425962</c:v>
                </c:pt>
                <c:pt idx="2514">
                  <c:v>241685.05702174755</c:v>
                </c:pt>
                <c:pt idx="2515">
                  <c:v>241786.33402349974</c:v>
                </c:pt>
                <c:pt idx="2516">
                  <c:v>241904.35257203307</c:v>
                </c:pt>
                <c:pt idx="2517">
                  <c:v>242006.58555740197</c:v>
                </c:pt>
                <c:pt idx="2518">
                  <c:v>242110.504991717</c:v>
                </c:pt>
                <c:pt idx="2519">
                  <c:v>242213.57912443677</c:v>
                </c:pt>
                <c:pt idx="2520">
                  <c:v>242312.57929769738</c:v>
                </c:pt>
                <c:pt idx="2521">
                  <c:v>242412.50693436118</c:v>
                </c:pt>
                <c:pt idx="2522">
                  <c:v>242516.08869523022</c:v>
                </c:pt>
                <c:pt idx="2523">
                  <c:v>242619.09980826106</c:v>
                </c:pt>
                <c:pt idx="2524">
                  <c:v>242716.54299830573</c:v>
                </c:pt>
                <c:pt idx="2525">
                  <c:v>242815.50428817255</c:v>
                </c:pt>
                <c:pt idx="2526">
                  <c:v>242914.76957781686</c:v>
                </c:pt>
                <c:pt idx="2527">
                  <c:v>243012.10422015947</c:v>
                </c:pt>
                <c:pt idx="2528">
                  <c:v>243112.35155724952</c:v>
                </c:pt>
                <c:pt idx="2529">
                  <c:v>243209.68583223247</c:v>
                </c:pt>
                <c:pt idx="2530">
                  <c:v>243309.00608776108</c:v>
                </c:pt>
                <c:pt idx="2531">
                  <c:v>243408.27912021335</c:v>
                </c:pt>
                <c:pt idx="2532">
                  <c:v>243507.13134880917</c:v>
                </c:pt>
                <c:pt idx="2533">
                  <c:v>243613.98261806593</c:v>
                </c:pt>
                <c:pt idx="2534">
                  <c:v>243709.3045554794</c:v>
                </c:pt>
                <c:pt idx="2535">
                  <c:v>243804.97126676422</c:v>
                </c:pt>
                <c:pt idx="2536">
                  <c:v>243909.82739232454</c:v>
                </c:pt>
                <c:pt idx="2537">
                  <c:v>244009.0364230871</c:v>
                </c:pt>
                <c:pt idx="2538">
                  <c:v>244111.55605780482</c:v>
                </c:pt>
                <c:pt idx="2539">
                  <c:v>244209.04870926825</c:v>
                </c:pt>
                <c:pt idx="2540">
                  <c:v>244287.4894554013</c:v>
                </c:pt>
                <c:pt idx="2541">
                  <c:v>244385.74465801654</c:v>
                </c:pt>
                <c:pt idx="2542">
                  <c:v>244481.63436652048</c:v>
                </c:pt>
                <c:pt idx="2543">
                  <c:v>244579.04257387205</c:v>
                </c:pt>
                <c:pt idx="2544">
                  <c:v>244672.58913205177</c:v>
                </c:pt>
                <c:pt idx="2545">
                  <c:v>244773.39838921174</c:v>
                </c:pt>
                <c:pt idx="2546">
                  <c:v>244876.47577509895</c:v>
                </c:pt>
                <c:pt idx="2547">
                  <c:v>245002.64015769804</c:v>
                </c:pt>
                <c:pt idx="2548">
                  <c:v>245102.57550002082</c:v>
                </c:pt>
                <c:pt idx="2549">
                  <c:v>245202.5135464036</c:v>
                </c:pt>
                <c:pt idx="2550">
                  <c:v>245302.56406821148</c:v>
                </c:pt>
                <c:pt idx="2551">
                  <c:v>245403.09482213686</c:v>
                </c:pt>
                <c:pt idx="2552">
                  <c:v>245502.5767058886</c:v>
                </c:pt>
                <c:pt idx="2553">
                  <c:v>245604.2796713548</c:v>
                </c:pt>
                <c:pt idx="2554">
                  <c:v>245710.87780842255</c:v>
                </c:pt>
                <c:pt idx="2555">
                  <c:v>245815.3733502334</c:v>
                </c:pt>
                <c:pt idx="2556">
                  <c:v>245913.1362260951</c:v>
                </c:pt>
                <c:pt idx="2557">
                  <c:v>246015.0861514325</c:v>
                </c:pt>
                <c:pt idx="2558">
                  <c:v>246115.44645954217</c:v>
                </c:pt>
                <c:pt idx="2559">
                  <c:v>246213.32927869834</c:v>
                </c:pt>
                <c:pt idx="2560">
                  <c:v>246313.98714359224</c:v>
                </c:pt>
                <c:pt idx="2561">
                  <c:v>246449.56434145107</c:v>
                </c:pt>
                <c:pt idx="2562">
                  <c:v>246548.5714328068</c:v>
                </c:pt>
                <c:pt idx="2563">
                  <c:v>246641.98314437753</c:v>
                </c:pt>
                <c:pt idx="2564">
                  <c:v>246741.71780766244</c:v>
                </c:pt>
                <c:pt idx="2565">
                  <c:v>246837.16474304255</c:v>
                </c:pt>
                <c:pt idx="2566">
                  <c:v>246939.78482622988</c:v>
                </c:pt>
                <c:pt idx="2567">
                  <c:v>247037.48137377942</c:v>
                </c:pt>
                <c:pt idx="2568">
                  <c:v>247137.2393049388</c:v>
                </c:pt>
                <c:pt idx="2569">
                  <c:v>247240.83001425184</c:v>
                </c:pt>
                <c:pt idx="2570">
                  <c:v>247341.166454307</c:v>
                </c:pt>
                <c:pt idx="2571">
                  <c:v>247433.83441677035</c:v>
                </c:pt>
                <c:pt idx="2572">
                  <c:v>247558.65490547885</c:v>
                </c:pt>
                <c:pt idx="2573">
                  <c:v>247658.79461781663</c:v>
                </c:pt>
                <c:pt idx="2574">
                  <c:v>247759.10093567576</c:v>
                </c:pt>
                <c:pt idx="2575">
                  <c:v>247865.20994212243</c:v>
                </c:pt>
                <c:pt idx="2576">
                  <c:v>247965.5208279584</c:v>
                </c:pt>
                <c:pt idx="2577">
                  <c:v>248065.52613888317</c:v>
                </c:pt>
                <c:pt idx="2578">
                  <c:v>248145.82104910442</c:v>
                </c:pt>
                <c:pt idx="2579">
                  <c:v>248269.0173902808</c:v>
                </c:pt>
                <c:pt idx="2580">
                  <c:v>248370.0017499831</c:v>
                </c:pt>
                <c:pt idx="2581">
                  <c:v>248468.73921271198</c:v>
                </c:pt>
                <c:pt idx="2582">
                  <c:v>248570.53501183924</c:v>
                </c:pt>
                <c:pt idx="2583">
                  <c:v>248669.39748556417</c:v>
                </c:pt>
                <c:pt idx="2584">
                  <c:v>248770.75854793476</c:v>
                </c:pt>
                <c:pt idx="2585">
                  <c:v>248882.16942059936</c:v>
                </c:pt>
                <c:pt idx="2586">
                  <c:v>248979.54082136147</c:v>
                </c:pt>
                <c:pt idx="2587">
                  <c:v>249080.79285879753</c:v>
                </c:pt>
                <c:pt idx="2588">
                  <c:v>249191.9354121136</c:v>
                </c:pt>
                <c:pt idx="2589">
                  <c:v>249242.75029921252</c:v>
                </c:pt>
                <c:pt idx="2590">
                  <c:v>249368.69609281718</c:v>
                </c:pt>
                <c:pt idx="2591">
                  <c:v>249464.2023896328</c:v>
                </c:pt>
                <c:pt idx="2592">
                  <c:v>249556.0354346414</c:v>
                </c:pt>
                <c:pt idx="2593">
                  <c:v>249644.51103911648</c:v>
                </c:pt>
                <c:pt idx="2594">
                  <c:v>249742.91739815104</c:v>
                </c:pt>
                <c:pt idx="2595">
                  <c:v>249816.16030134237</c:v>
                </c:pt>
                <c:pt idx="2596">
                  <c:v>249933.12885475726</c:v>
                </c:pt>
                <c:pt idx="2597">
                  <c:v>250050.49815661056</c:v>
                </c:pt>
                <c:pt idx="2598">
                  <c:v>250163.3815451587</c:v>
                </c:pt>
                <c:pt idx="2599">
                  <c:v>250302.98257850241</c:v>
                </c:pt>
                <c:pt idx="2600">
                  <c:v>250380.17526849985</c:v>
                </c:pt>
                <c:pt idx="2601">
                  <c:v>250492.69994299172</c:v>
                </c:pt>
                <c:pt idx="2602">
                  <c:v>250584.53298800034</c:v>
                </c:pt>
                <c:pt idx="2603">
                  <c:v>250680.46203894503</c:v>
                </c:pt>
                <c:pt idx="2604">
                  <c:v>250783.569970909</c:v>
                </c:pt>
                <c:pt idx="2605">
                  <c:v>250937.00411422944</c:v>
                </c:pt>
                <c:pt idx="2606">
                  <c:v>251064.403360126</c:v>
                </c:pt>
                <c:pt idx="2607">
                  <c:v>251161.703183708</c:v>
                </c:pt>
                <c:pt idx="2608">
                  <c:v>251260.24399330528</c:v>
                </c:pt>
                <c:pt idx="2609">
                  <c:v>251362.66202473178</c:v>
                </c:pt>
                <c:pt idx="2610">
                  <c:v>251468.33309317997</c:v>
                </c:pt>
                <c:pt idx="2611">
                  <c:v>251553.68574156886</c:v>
                </c:pt>
                <c:pt idx="2612">
                  <c:v>251651.20285341467</c:v>
                </c:pt>
                <c:pt idx="2613">
                  <c:v>251736.26897671283</c:v>
                </c:pt>
                <c:pt idx="2614">
                  <c:v>251882.04841709146</c:v>
                </c:pt>
                <c:pt idx="2615">
                  <c:v>251985.00333508573</c:v>
                </c:pt>
                <c:pt idx="2616">
                  <c:v>251996.48836105934</c:v>
                </c:pt>
                <c:pt idx="2617">
                  <c:v>252094.01801635744</c:v>
                </c:pt>
                <c:pt idx="2618">
                  <c:v>252194.44015825354</c:v>
                </c:pt>
                <c:pt idx="2619">
                  <c:v>252312.38991829386</c:v>
                </c:pt>
                <c:pt idx="2620">
                  <c:v>252397.42602435316</c:v>
                </c:pt>
                <c:pt idx="2621">
                  <c:v>252479.91947355572</c:v>
                </c:pt>
                <c:pt idx="2622">
                  <c:v>252597.86716834785</c:v>
                </c:pt>
                <c:pt idx="2623">
                  <c:v>252709.2721621491</c:v>
                </c:pt>
                <c:pt idx="2624">
                  <c:v>252804.7915355879</c:v>
                </c:pt>
                <c:pt idx="2625">
                  <c:v>252902.69873196445</c:v>
                </c:pt>
                <c:pt idx="2626">
                  <c:v>253005.62031412454</c:v>
                </c:pt>
                <c:pt idx="2627">
                  <c:v>253133.59283462202</c:v>
                </c:pt>
                <c:pt idx="2628">
                  <c:v>253237.6899629719</c:v>
                </c:pt>
                <c:pt idx="2629">
                  <c:v>253365.8870387634</c:v>
                </c:pt>
                <c:pt idx="2630">
                  <c:v>253457.03854148948</c:v>
                </c:pt>
                <c:pt idx="2631">
                  <c:v>253563.47973786705</c:v>
                </c:pt>
                <c:pt idx="2632">
                  <c:v>253621.44876920115</c:v>
                </c:pt>
                <c:pt idx="2633">
                  <c:v>253718.90382076692</c:v>
                </c:pt>
                <c:pt idx="2634">
                  <c:v>253810.68301367498</c:v>
                </c:pt>
                <c:pt idx="2635">
                  <c:v>253934.5495695266</c:v>
                </c:pt>
                <c:pt idx="2636">
                  <c:v>254038.6182730403</c:v>
                </c:pt>
                <c:pt idx="2637">
                  <c:v>254130.91794722658</c:v>
                </c:pt>
                <c:pt idx="2638">
                  <c:v>254252.33543024285</c:v>
                </c:pt>
                <c:pt idx="2639">
                  <c:v>254351.60689755078</c:v>
                </c:pt>
                <c:pt idx="2640">
                  <c:v>254401.21041664403</c:v>
                </c:pt>
                <c:pt idx="2641">
                  <c:v>254486.7211554537</c:v>
                </c:pt>
                <c:pt idx="2642">
                  <c:v>254609.85182635504</c:v>
                </c:pt>
                <c:pt idx="2643">
                  <c:v>254695.34762549284</c:v>
                </c:pt>
                <c:pt idx="2644">
                  <c:v>254785.64504166765</c:v>
                </c:pt>
                <c:pt idx="2645">
                  <c:v>254879.92513177264</c:v>
                </c:pt>
                <c:pt idx="2646">
                  <c:v>254952.54358077052</c:v>
                </c:pt>
                <c:pt idx="2647">
                  <c:v>255032.42803463124</c:v>
                </c:pt>
                <c:pt idx="2648">
                  <c:v>255137.2139546322</c:v>
                </c:pt>
                <c:pt idx="2649">
                  <c:v>255226.16718271383</c:v>
                </c:pt>
                <c:pt idx="2650">
                  <c:v>255341.76445430168</c:v>
                </c:pt>
                <c:pt idx="2651">
                  <c:v>255423.311556083</c:v>
                </c:pt>
                <c:pt idx="2652">
                  <c:v>255519.87959885396</c:v>
                </c:pt>
                <c:pt idx="2653">
                  <c:v>255621.89879870758</c:v>
                </c:pt>
                <c:pt idx="2654">
                  <c:v>255726.6894630691</c:v>
                </c:pt>
                <c:pt idx="2655">
                  <c:v>255834.7863650472</c:v>
                </c:pt>
                <c:pt idx="2656">
                  <c:v>255923.72422920665</c:v>
                </c:pt>
                <c:pt idx="2657">
                  <c:v>256009.72168441812</c:v>
                </c:pt>
                <c:pt idx="2658">
                  <c:v>256049.35749169288</c:v>
                </c:pt>
                <c:pt idx="2659">
                  <c:v>256164.95909608615</c:v>
                </c:pt>
                <c:pt idx="2660">
                  <c:v>256269.7955111481</c:v>
                </c:pt>
                <c:pt idx="2661">
                  <c:v>256366.78220720385</c:v>
                </c:pt>
                <c:pt idx="2662">
                  <c:v>256467.21243677093</c:v>
                </c:pt>
                <c:pt idx="2663">
                  <c:v>256582.81148112906</c:v>
                </c:pt>
                <c:pt idx="2664">
                  <c:v>256710.30524876865</c:v>
                </c:pt>
                <c:pt idx="2665">
                  <c:v>256787.47418500637</c:v>
                </c:pt>
                <c:pt idx="2666">
                  <c:v>256864.57270160565</c:v>
                </c:pt>
                <c:pt idx="2667">
                  <c:v>256970.33576346468</c:v>
                </c:pt>
                <c:pt idx="2668">
                  <c:v>257059.0369108152</c:v>
                </c:pt>
                <c:pt idx="2669">
                  <c:v>257185.16310808936</c:v>
                </c:pt>
                <c:pt idx="2670">
                  <c:v>257297.17999263655</c:v>
                </c:pt>
                <c:pt idx="2671">
                  <c:v>257385.98085036935</c:v>
                </c:pt>
                <c:pt idx="2672">
                  <c:v>257466.22550343059</c:v>
                </c:pt>
                <c:pt idx="2673">
                  <c:v>257581.93694800942</c:v>
                </c:pt>
                <c:pt idx="2674">
                  <c:v>257697.92492357144</c:v>
                </c:pt>
                <c:pt idx="2675">
                  <c:v>257760.5741021692</c:v>
                </c:pt>
                <c:pt idx="2676">
                  <c:v>257863.09856111748</c:v>
                </c:pt>
                <c:pt idx="2677">
                  <c:v>257949.94748825755</c:v>
                </c:pt>
                <c:pt idx="2678">
                  <c:v>258036.89462858028</c:v>
                </c:pt>
                <c:pt idx="2679">
                  <c:v>258122.81202583632</c:v>
                </c:pt>
                <c:pt idx="2680">
                  <c:v>258212.364297891</c:v>
                </c:pt>
                <c:pt idx="2681">
                  <c:v>258301.9165699457</c:v>
                </c:pt>
                <c:pt idx="2682">
                  <c:v>258387.83396720173</c:v>
                </c:pt>
                <c:pt idx="2683">
                  <c:v>258491.19914510433</c:v>
                </c:pt>
                <c:pt idx="2684">
                  <c:v>258592.30377828408</c:v>
                </c:pt>
                <c:pt idx="2685">
                  <c:v>258697.41411718837</c:v>
                </c:pt>
                <c:pt idx="2686">
                  <c:v>258801.7893485692</c:v>
                </c:pt>
                <c:pt idx="2687">
                  <c:v>258907.70383474903</c:v>
                </c:pt>
                <c:pt idx="2688">
                  <c:v>259011.86586398404</c:v>
                </c:pt>
                <c:pt idx="2689">
                  <c:v>259117.31633682558</c:v>
                </c:pt>
                <c:pt idx="2690">
                  <c:v>259222.44428768885</c:v>
                </c:pt>
                <c:pt idx="2691">
                  <c:v>259328.99158933808</c:v>
                </c:pt>
                <c:pt idx="2692">
                  <c:v>259431.7340817789</c:v>
                </c:pt>
                <c:pt idx="2693">
                  <c:v>259536.41451289013</c:v>
                </c:pt>
                <c:pt idx="2694">
                  <c:v>259638.4231232373</c:v>
                </c:pt>
                <c:pt idx="2695">
                  <c:v>259738.45501128613</c:v>
                </c:pt>
                <c:pt idx="2696">
                  <c:v>259864.40368857153</c:v>
                </c:pt>
                <c:pt idx="2697">
                  <c:v>259967.75600686704</c:v>
                </c:pt>
                <c:pt idx="2698">
                  <c:v>260071.65877331732</c:v>
                </c:pt>
                <c:pt idx="2699">
                  <c:v>260179.3325555436</c:v>
                </c:pt>
                <c:pt idx="2700">
                  <c:v>260281.16165600208</c:v>
                </c:pt>
                <c:pt idx="2701">
                  <c:v>260367.67201025432</c:v>
                </c:pt>
                <c:pt idx="2702">
                  <c:v>260478.2632244432</c:v>
                </c:pt>
                <c:pt idx="2703">
                  <c:v>260611.33550051908</c:v>
                </c:pt>
                <c:pt idx="2704">
                  <c:v>260718.84262399562</c:v>
                </c:pt>
                <c:pt idx="2705">
                  <c:v>260819.8455913535</c:v>
                </c:pt>
                <c:pt idx="2706">
                  <c:v>260963.45166213452</c:v>
                </c:pt>
                <c:pt idx="2707">
                  <c:v>261036.94963267318</c:v>
                </c:pt>
                <c:pt idx="2708">
                  <c:v>261156.0681400573</c:v>
                </c:pt>
                <c:pt idx="2709">
                  <c:v>261254.58132036356</c:v>
                </c:pt>
                <c:pt idx="2710">
                  <c:v>261362.1290682238</c:v>
                </c:pt>
                <c:pt idx="2711">
                  <c:v>261482.94597434974</c:v>
                </c:pt>
                <c:pt idx="2712">
                  <c:v>261611.90093276778</c:v>
                </c:pt>
                <c:pt idx="2713">
                  <c:v>261757.41064479202</c:v>
                </c:pt>
                <c:pt idx="2714">
                  <c:v>261885.4285954519</c:v>
                </c:pt>
                <c:pt idx="2715">
                  <c:v>261974.40757786972</c:v>
                </c:pt>
                <c:pt idx="2716">
                  <c:v>262057.28142733715</c:v>
                </c:pt>
                <c:pt idx="2717">
                  <c:v>262138.17975584493</c:v>
                </c:pt>
                <c:pt idx="2718">
                  <c:v>262236.73794841743</c:v>
                </c:pt>
                <c:pt idx="2719">
                  <c:v>262340.16222955665</c:v>
                </c:pt>
                <c:pt idx="2720">
                  <c:v>262419.761992946</c:v>
                </c:pt>
                <c:pt idx="2721">
                  <c:v>262516.1455594039</c:v>
                </c:pt>
                <c:pt idx="2722">
                  <c:v>262618.7024149334</c:v>
                </c:pt>
                <c:pt idx="2723">
                  <c:v>262726.57141520304</c:v>
                </c:pt>
                <c:pt idx="2724">
                  <c:v>262813.69282162486</c:v>
                </c:pt>
                <c:pt idx="2725">
                  <c:v>262903.7666032513</c:v>
                </c:pt>
                <c:pt idx="2726">
                  <c:v>263009.78807985794</c:v>
                </c:pt>
                <c:pt idx="2727">
                  <c:v>263095.8577780153</c:v>
                </c:pt>
                <c:pt idx="2728">
                  <c:v>263166.7192246092</c:v>
                </c:pt>
                <c:pt idx="2729">
                  <c:v>263237.5918879949</c:v>
                </c:pt>
                <c:pt idx="2730">
                  <c:v>263334.9567985339</c:v>
                </c:pt>
                <c:pt idx="2731">
                  <c:v>263428.7608804233</c:v>
                </c:pt>
                <c:pt idx="2732">
                  <c:v>263529.92762321886</c:v>
                </c:pt>
                <c:pt idx="2733">
                  <c:v>263633.0623807795</c:v>
                </c:pt>
                <c:pt idx="2734">
                  <c:v>263697.923346481</c:v>
                </c:pt>
                <c:pt idx="2735">
                  <c:v>263809.3300179198</c:v>
                </c:pt>
                <c:pt idx="2736">
                  <c:v>263905.44313903473</c:v>
                </c:pt>
                <c:pt idx="2737">
                  <c:v>263992.4603108406</c:v>
                </c:pt>
                <c:pt idx="2738">
                  <c:v>264069.50653284416</c:v>
                </c:pt>
                <c:pt idx="2739">
                  <c:v>264172.83249474835</c:v>
                </c:pt>
                <c:pt idx="2740">
                  <c:v>264268.9351323501</c:v>
                </c:pt>
                <c:pt idx="2741">
                  <c:v>264333.7947933416</c:v>
                </c:pt>
                <c:pt idx="2742">
                  <c:v>264437.2759643627</c:v>
                </c:pt>
                <c:pt idx="2743">
                  <c:v>264520.3520215805</c:v>
                </c:pt>
                <c:pt idx="2744">
                  <c:v>264650.7622213022</c:v>
                </c:pt>
                <c:pt idx="2745">
                  <c:v>264725.1762776516</c:v>
                </c:pt>
                <c:pt idx="2746">
                  <c:v>264813.8059763039</c:v>
                </c:pt>
                <c:pt idx="2747">
                  <c:v>264892.83886142686</c:v>
                </c:pt>
                <c:pt idx="2748">
                  <c:v>264998.85974674235</c:v>
                </c:pt>
                <c:pt idx="2749">
                  <c:v>265105.9961758912</c:v>
                </c:pt>
                <c:pt idx="2750">
                  <c:v>265215.0144626332</c:v>
                </c:pt>
                <c:pt idx="2751">
                  <c:v>265284.9183607027</c:v>
                </c:pt>
                <c:pt idx="2752">
                  <c:v>265365.0475990135</c:v>
                </c:pt>
                <c:pt idx="2753">
                  <c:v>265498.44611690316</c:v>
                </c:pt>
                <c:pt idx="2754">
                  <c:v>265631.8446347928</c:v>
                </c:pt>
                <c:pt idx="2755">
                  <c:v>265711.9738731036</c:v>
                </c:pt>
                <c:pt idx="2756">
                  <c:v>265796.10556709266</c:v>
                </c:pt>
                <c:pt idx="2757">
                  <c:v>265877.13042751787</c:v>
                </c:pt>
                <c:pt idx="2758">
                  <c:v>265979.54225769016</c:v>
                </c:pt>
                <c:pt idx="2759">
                  <c:v>266041.2757237391</c:v>
                </c:pt>
                <c:pt idx="2760">
                  <c:v>266135.6585174463</c:v>
                </c:pt>
                <c:pt idx="2761">
                  <c:v>266238.77136879996</c:v>
                </c:pt>
                <c:pt idx="2762">
                  <c:v>266356.75724624644</c:v>
                </c:pt>
                <c:pt idx="2763">
                  <c:v>266453.41684886074</c:v>
                </c:pt>
                <c:pt idx="2764">
                  <c:v>266545.03777943226</c:v>
                </c:pt>
                <c:pt idx="2765">
                  <c:v>266647.6333469339</c:v>
                </c:pt>
                <c:pt idx="2766">
                  <c:v>266749.85099692474</c:v>
                </c:pt>
                <c:pt idx="2767">
                  <c:v>266814.842665197</c:v>
                </c:pt>
                <c:pt idx="2768">
                  <c:v>266888.5599194352</c:v>
                </c:pt>
                <c:pt idx="2769">
                  <c:v>266983.28320425056</c:v>
                </c:pt>
                <c:pt idx="2770">
                  <c:v>267035.62071473623</c:v>
                </c:pt>
                <c:pt idx="2771">
                  <c:v>267129.1626770745</c:v>
                </c:pt>
                <c:pt idx="2772">
                  <c:v>267224.6998578625</c:v>
                </c:pt>
                <c:pt idx="2773">
                  <c:v>267340.6182757277</c:v>
                </c:pt>
                <c:pt idx="2774">
                  <c:v>267441.9729930946</c:v>
                </c:pt>
                <c:pt idx="2775">
                  <c:v>267605.04368651734</c:v>
                </c:pt>
                <c:pt idx="2776">
                  <c:v>267659.289905631</c:v>
                </c:pt>
                <c:pt idx="2777">
                  <c:v>267693.3141624964</c:v>
                </c:pt>
                <c:pt idx="2778">
                  <c:v>267807.68992685387</c:v>
                </c:pt>
                <c:pt idx="2779">
                  <c:v>267846.1931740565</c:v>
                </c:pt>
                <c:pt idx="2780">
                  <c:v>267917.7190593223</c:v>
                </c:pt>
                <c:pt idx="2781">
                  <c:v>268021.5193610229</c:v>
                </c:pt>
                <c:pt idx="2782">
                  <c:v>268136.3342220647</c:v>
                </c:pt>
                <c:pt idx="2783">
                  <c:v>268229.5062973117</c:v>
                </c:pt>
                <c:pt idx="2784">
                  <c:v>268319.9248125084</c:v>
                </c:pt>
                <c:pt idx="2785">
                  <c:v>268425.7433728483</c:v>
                </c:pt>
                <c:pt idx="2786">
                  <c:v>268526.4982796502</c:v>
                </c:pt>
                <c:pt idx="2787">
                  <c:v>268654.9726679836</c:v>
                </c:pt>
                <c:pt idx="2788">
                  <c:v>268781.52239138645</c:v>
                </c:pt>
                <c:pt idx="2789">
                  <c:v>268932.8212075247</c:v>
                </c:pt>
                <c:pt idx="2790">
                  <c:v>269044.35089162504</c:v>
                </c:pt>
                <c:pt idx="2791">
                  <c:v>269144.42587591003</c:v>
                </c:pt>
                <c:pt idx="2792">
                  <c:v>269242.8548207402</c:v>
                </c:pt>
                <c:pt idx="2793">
                  <c:v>269302.7649772398</c:v>
                </c:pt>
                <c:pt idx="2794">
                  <c:v>269384.5457493882</c:v>
                </c:pt>
                <c:pt idx="2795">
                  <c:v>269505.6404521488</c:v>
                </c:pt>
                <c:pt idx="2796">
                  <c:v>269617.10653442313</c:v>
                </c:pt>
                <c:pt idx="2797">
                  <c:v>269751.35239787045</c:v>
                </c:pt>
                <c:pt idx="2798">
                  <c:v>269898.86186366307</c:v>
                </c:pt>
                <c:pt idx="2799">
                  <c:v>270002.0525352165</c:v>
                </c:pt>
                <c:pt idx="2800">
                  <c:v>270101.99709853175</c:v>
                </c:pt>
                <c:pt idx="2801">
                  <c:v>270172.3288723343</c:v>
                </c:pt>
                <c:pt idx="2802">
                  <c:v>270275.93342273205</c:v>
                </c:pt>
                <c:pt idx="2803">
                  <c:v>270393.4796213487</c:v>
                </c:pt>
                <c:pt idx="2804">
                  <c:v>270522.19136698014</c:v>
                </c:pt>
                <c:pt idx="2805">
                  <c:v>270617.3418798416</c:v>
                </c:pt>
                <c:pt idx="2806">
                  <c:v>270720.877218181</c:v>
                </c:pt>
                <c:pt idx="2807">
                  <c:v>270801.4090775422</c:v>
                </c:pt>
                <c:pt idx="2808">
                  <c:v>270881.90409960464</c:v>
                </c:pt>
                <c:pt idx="2809">
                  <c:v>270958.8982393919</c:v>
                </c:pt>
                <c:pt idx="2810">
                  <c:v>271035.8761832648</c:v>
                </c:pt>
                <c:pt idx="2811">
                  <c:v>271140.19416108355</c:v>
                </c:pt>
                <c:pt idx="2812">
                  <c:v>271217.1676514069</c:v>
                </c:pt>
                <c:pt idx="2813">
                  <c:v>271294.1619026062</c:v>
                </c:pt>
                <c:pt idx="2814">
                  <c:v>271398.7641776719</c:v>
                </c:pt>
                <c:pt idx="2815">
                  <c:v>271494.0312613718</c:v>
                </c:pt>
                <c:pt idx="2816">
                  <c:v>271576.9533983986</c:v>
                </c:pt>
                <c:pt idx="2817">
                  <c:v>271681.5609693296</c:v>
                </c:pt>
                <c:pt idx="2818">
                  <c:v>271758.55137609533</c:v>
                </c:pt>
                <c:pt idx="2819">
                  <c:v>271839.2935935693</c:v>
                </c:pt>
                <c:pt idx="2820">
                  <c:v>271943.268829445</c:v>
                </c:pt>
                <c:pt idx="2821">
                  <c:v>272034.89399004483</c:v>
                </c:pt>
                <c:pt idx="2822">
                  <c:v>272111.87990510406</c:v>
                </c:pt>
                <c:pt idx="2823">
                  <c:v>272194.79642248794</c:v>
                </c:pt>
                <c:pt idx="2824">
                  <c:v>272277.71884051553</c:v>
                </c:pt>
                <c:pt idx="2825">
                  <c:v>272379.50265177665</c:v>
                </c:pt>
                <c:pt idx="2826">
                  <c:v>272487.8705423006</c:v>
                </c:pt>
                <c:pt idx="2827">
                  <c:v>272546.8116673833</c:v>
                </c:pt>
                <c:pt idx="2828">
                  <c:v>272637.77894976316</c:v>
                </c:pt>
                <c:pt idx="2829">
                  <c:v>272738.75552203914</c:v>
                </c:pt>
                <c:pt idx="2830">
                  <c:v>272823.5250367167</c:v>
                </c:pt>
                <c:pt idx="2831">
                  <c:v>272904.4666936078</c:v>
                </c:pt>
                <c:pt idx="2832">
                  <c:v>272995.3888239166</c:v>
                </c:pt>
                <c:pt idx="2833">
                  <c:v>273080.1583385942</c:v>
                </c:pt>
                <c:pt idx="2834">
                  <c:v>273198.17455063266</c:v>
                </c:pt>
                <c:pt idx="2835">
                  <c:v>273335.26124919753</c:v>
                </c:pt>
                <c:pt idx="2836">
                  <c:v>273455.8995089785</c:v>
                </c:pt>
                <c:pt idx="2837">
                  <c:v>273576.5377687594</c:v>
                </c:pt>
                <c:pt idx="2838">
                  <c:v>273647.41727893427</c:v>
                </c:pt>
                <c:pt idx="2839">
                  <c:v>273738.3394092431</c:v>
                </c:pt>
                <c:pt idx="2840">
                  <c:v>273856.35562128155</c:v>
                </c:pt>
                <c:pt idx="2841">
                  <c:v>273968.8022282035</c:v>
                </c:pt>
                <c:pt idx="2842">
                  <c:v>274083.3551887286</c:v>
                </c:pt>
                <c:pt idx="2843">
                  <c:v>274161.96478288394</c:v>
                </c:pt>
                <c:pt idx="2844">
                  <c:v>274248.5699309969</c:v>
                </c:pt>
                <c:pt idx="2845">
                  <c:v>274329.59836851404</c:v>
                </c:pt>
                <c:pt idx="2846">
                  <c:v>274408.2079626694</c:v>
                </c:pt>
                <c:pt idx="2847">
                  <c:v>274489.2364001865</c:v>
                </c:pt>
                <c:pt idx="2848">
                  <c:v>274598.3189366443</c:v>
                </c:pt>
                <c:pt idx="2849">
                  <c:v>274679.2605935354</c:v>
                </c:pt>
                <c:pt idx="2850">
                  <c:v>274796.49915987026</c:v>
                </c:pt>
                <c:pt idx="2851">
                  <c:v>274867.3066160631</c:v>
                </c:pt>
                <c:pt idx="2852">
                  <c:v>274950.75125750847</c:v>
                </c:pt>
                <c:pt idx="2853">
                  <c:v>275031.7796950256</c:v>
                </c:pt>
                <c:pt idx="2854">
                  <c:v>275162.9803492274</c:v>
                </c:pt>
                <c:pt idx="2855">
                  <c:v>275244.32101627893</c:v>
                </c:pt>
                <c:pt idx="2856">
                  <c:v>275335.5015850179</c:v>
                </c:pt>
                <c:pt idx="2857">
                  <c:v>275435.5272899189</c:v>
                </c:pt>
                <c:pt idx="2858">
                  <c:v>275558.3326533136</c:v>
                </c:pt>
                <c:pt idx="2859">
                  <c:v>275534.70949216076</c:v>
                </c:pt>
                <c:pt idx="2860">
                  <c:v>275638.454656902</c:v>
                </c:pt>
                <c:pt idx="2861">
                  <c:v>275730.5286813258</c:v>
                </c:pt>
                <c:pt idx="2862">
                  <c:v>275833.41595812753</c:v>
                </c:pt>
                <c:pt idx="2863">
                  <c:v>275935.34717362496</c:v>
                </c:pt>
                <c:pt idx="2864">
                  <c:v>276029.4062515085</c:v>
                </c:pt>
                <c:pt idx="2865">
                  <c:v>276125.56675022515</c:v>
                </c:pt>
                <c:pt idx="2866">
                  <c:v>276224.790041126</c:v>
                </c:pt>
                <c:pt idx="2867">
                  <c:v>276322.60488996026</c:v>
                </c:pt>
                <c:pt idx="2868">
                  <c:v>276420.61641383957</c:v>
                </c:pt>
                <c:pt idx="2869">
                  <c:v>276520.848416197</c:v>
                </c:pt>
                <c:pt idx="2870">
                  <c:v>276635.9450793491</c:v>
                </c:pt>
                <c:pt idx="2871">
                  <c:v>276739.38902312587</c:v>
                </c:pt>
                <c:pt idx="2872">
                  <c:v>276833.05981507077</c:v>
                </c:pt>
                <c:pt idx="2873">
                  <c:v>276937.8452054727</c:v>
                </c:pt>
                <c:pt idx="2874">
                  <c:v>277053.1691154248</c:v>
                </c:pt>
                <c:pt idx="2875">
                  <c:v>277132.65301367245</c:v>
                </c:pt>
                <c:pt idx="2876">
                  <c:v>277150.87778154574</c:v>
                </c:pt>
                <c:pt idx="2877">
                  <c:v>277237.2356048891</c:v>
                </c:pt>
                <c:pt idx="2878">
                  <c:v>277278.2085675473</c:v>
                </c:pt>
                <c:pt idx="2879">
                  <c:v>277402.94842193346</c:v>
                </c:pt>
                <c:pt idx="2880">
                  <c:v>277497.226670839</c:v>
                </c:pt>
                <c:pt idx="2881">
                  <c:v>277582.84550133155</c:v>
                </c:pt>
                <c:pt idx="2882">
                  <c:v>277637.03498086106</c:v>
                </c:pt>
                <c:pt idx="2883">
                  <c:v>277756.31719719875</c:v>
                </c:pt>
                <c:pt idx="2884">
                  <c:v>277867.85906759364</c:v>
                </c:pt>
                <c:pt idx="2885">
                  <c:v>277992.0460853275</c:v>
                </c:pt>
                <c:pt idx="2886">
                  <c:v>278090.44514350744</c:v>
                </c:pt>
                <c:pt idx="2887">
                  <c:v>278170.31465325755</c:v>
                </c:pt>
                <c:pt idx="2888">
                  <c:v>278305.46178545983</c:v>
                </c:pt>
                <c:pt idx="2889">
                  <c:v>278411.6706849029</c:v>
                </c:pt>
                <c:pt idx="2890">
                  <c:v>278546.7568299844</c:v>
                </c:pt>
                <c:pt idx="2891">
                  <c:v>278652.95981882396</c:v>
                </c:pt>
                <c:pt idx="2892">
                  <c:v>278696.9028405445</c:v>
                </c:pt>
                <c:pt idx="2893">
                  <c:v>278801.2940761879</c:v>
                </c:pt>
                <c:pt idx="2894">
                  <c:v>278920.3097058032</c:v>
                </c:pt>
                <c:pt idx="2895">
                  <c:v>279011.3141220343</c:v>
                </c:pt>
                <c:pt idx="2896">
                  <c:v>279108.40520243597</c:v>
                </c:pt>
                <c:pt idx="2897">
                  <c:v>279238.4622780896</c:v>
                </c:pt>
                <c:pt idx="2898">
                  <c:v>279341.57300127705</c:v>
                </c:pt>
                <c:pt idx="2899">
                  <c:v>279456.1108445887</c:v>
                </c:pt>
                <c:pt idx="2900">
                  <c:v>279573.77433218376</c:v>
                </c:pt>
                <c:pt idx="2901">
                  <c:v>279708.60093239107</c:v>
                </c:pt>
                <c:pt idx="2902">
                  <c:v>279791.612465459</c:v>
                </c:pt>
                <c:pt idx="2903">
                  <c:v>279911.0427167889</c:v>
                </c:pt>
                <c:pt idx="2904">
                  <c:v>279991.5443183302</c:v>
                </c:pt>
                <c:pt idx="2905">
                  <c:v>280100.60318922176</c:v>
                </c:pt>
                <c:pt idx="2906">
                  <c:v>280221.58761706896</c:v>
                </c:pt>
                <c:pt idx="2907">
                  <c:v>280371.2974177917</c:v>
                </c:pt>
                <c:pt idx="2908">
                  <c:v>280484.74909966276</c:v>
                </c:pt>
                <c:pt idx="2909">
                  <c:v>280592.4888240917</c:v>
                </c:pt>
                <c:pt idx="2910">
                  <c:v>280499.12147891923</c:v>
                </c:pt>
                <c:pt idx="2911">
                  <c:v>280574.9241016712</c:v>
                </c:pt>
                <c:pt idx="2912">
                  <c:v>280650.7518073432</c:v>
                </c:pt>
                <c:pt idx="2913">
                  <c:v>280756.67594618065</c:v>
                </c:pt>
                <c:pt idx="2914">
                  <c:v>280894.1447193976</c:v>
                </c:pt>
                <c:pt idx="2915">
                  <c:v>281016.1029822826</c:v>
                </c:pt>
                <c:pt idx="2916">
                  <c:v>281108.93865588494</c:v>
                </c:pt>
                <c:pt idx="2917">
                  <c:v>281243.1849321488</c:v>
                </c:pt>
                <c:pt idx="2918">
                  <c:v>281332.1389757668</c:v>
                </c:pt>
                <c:pt idx="2919">
                  <c:v>281456.82521313604</c:v>
                </c:pt>
                <c:pt idx="2920">
                  <c:v>281558.8482014428</c:v>
                </c:pt>
                <c:pt idx="2921">
                  <c:v>281693.09447770665</c:v>
                </c:pt>
                <c:pt idx="2922">
                  <c:v>281800.25991300365</c:v>
                </c:pt>
                <c:pt idx="2923">
                  <c:v>281882.5566508269</c:v>
                </c:pt>
                <c:pt idx="2924">
                  <c:v>281964.8533886501</c:v>
                </c:pt>
                <c:pt idx="2925">
                  <c:v>282113.36751150264</c:v>
                </c:pt>
                <c:pt idx="2926">
                  <c:v>282208.0246749122</c:v>
                </c:pt>
                <c:pt idx="2927">
                  <c:v>282302.51151151815</c:v>
                </c:pt>
                <c:pt idx="2928">
                  <c:v>282388.113520579</c:v>
                </c:pt>
                <c:pt idx="2929">
                  <c:v>282453.9882713368</c:v>
                </c:pt>
                <c:pt idx="2930">
                  <c:v>282536.51676100766</c:v>
                </c:pt>
                <c:pt idx="2931">
                  <c:v>282628.5549203846</c:v>
                </c:pt>
                <c:pt idx="2932">
                  <c:v>282711.08341005543</c:v>
                </c:pt>
                <c:pt idx="2933">
                  <c:v>282800.704595849</c:v>
                </c:pt>
                <c:pt idx="2934">
                  <c:v>282930.6651310399</c:v>
                </c:pt>
                <c:pt idx="2935">
                  <c:v>283011.19042364636</c:v>
                </c:pt>
                <c:pt idx="2936">
                  <c:v>283076.8386907792</c:v>
                </c:pt>
                <c:pt idx="2937">
                  <c:v>283194.95029361907</c:v>
                </c:pt>
                <c:pt idx="2938">
                  <c:v>283289.60745702864</c:v>
                </c:pt>
                <c:pt idx="2939">
                  <c:v>283407.26631953457</c:v>
                </c:pt>
                <c:pt idx="2940">
                  <c:v>283498.6957926395</c:v>
                </c:pt>
                <c:pt idx="2941">
                  <c:v>283590.73395201645</c:v>
                </c:pt>
                <c:pt idx="2942">
                  <c:v>283649.1966958076</c:v>
                </c:pt>
                <c:pt idx="2943">
                  <c:v>283732.54896841856</c:v>
                </c:pt>
                <c:pt idx="2944">
                  <c:v>283835.6874871685</c:v>
                </c:pt>
                <c:pt idx="2945">
                  <c:v>283946.18232772115</c:v>
                </c:pt>
                <c:pt idx="2946">
                  <c:v>284080.182077312</c:v>
                </c:pt>
                <c:pt idx="2947">
                  <c:v>284190.6526813817</c:v>
                </c:pt>
                <c:pt idx="2948">
                  <c:v>284276.61448748625</c:v>
                </c:pt>
                <c:pt idx="2949">
                  <c:v>284343.8492916506</c:v>
                </c:pt>
                <c:pt idx="2950">
                  <c:v>284442.0373492799</c:v>
                </c:pt>
                <c:pt idx="2951">
                  <c:v>284482.0574810267</c:v>
                </c:pt>
                <c:pt idx="2952">
                  <c:v>284592.53882214136</c:v>
                </c:pt>
                <c:pt idx="2953">
                  <c:v>284681.21680351376</c:v>
                </c:pt>
                <c:pt idx="2954">
                  <c:v>284787.8187545217</c:v>
                </c:pt>
                <c:pt idx="2955">
                  <c:v>284890.3183682954</c:v>
                </c:pt>
                <c:pt idx="2956">
                  <c:v>284989.9135205778</c:v>
                </c:pt>
                <c:pt idx="2957">
                  <c:v>285052.91700911854</c:v>
                </c:pt>
                <c:pt idx="2958">
                  <c:v>285160.5175340259</c:v>
                </c:pt>
                <c:pt idx="2959">
                  <c:v>285271.65247569163</c:v>
                </c:pt>
                <c:pt idx="2960">
                  <c:v>285370.02609491075</c:v>
                </c:pt>
                <c:pt idx="2961">
                  <c:v>285457.1077950845</c:v>
                </c:pt>
                <c:pt idx="2962">
                  <c:v>285538.38176025375</c:v>
                </c:pt>
                <c:pt idx="2963">
                  <c:v>285645.96903393714</c:v>
                </c:pt>
                <c:pt idx="2964">
                  <c:v>285763.11112714314</c:v>
                </c:pt>
                <c:pt idx="2965">
                  <c:v>285868.4713694547</c:v>
                </c:pt>
                <c:pt idx="2966">
                  <c:v>285966.0873853695</c:v>
                </c:pt>
                <c:pt idx="2967">
                  <c:v>286051.3326491012</c:v>
                </c:pt>
                <c:pt idx="2968">
                  <c:v>286132.7163182204</c:v>
                </c:pt>
                <c:pt idx="2969">
                  <c:v>286216.4551048888</c:v>
                </c:pt>
                <c:pt idx="2970">
                  <c:v>286317.0258933475</c:v>
                </c:pt>
                <c:pt idx="2971">
                  <c:v>286420.0438140819</c:v>
                </c:pt>
                <c:pt idx="2972">
                  <c:v>286537.61548968795</c:v>
                </c:pt>
                <c:pt idx="2973">
                  <c:v>286630.4184172666</c:v>
                </c:pt>
                <c:pt idx="2974">
                  <c:v>286767.07064883126</c:v>
                </c:pt>
                <c:pt idx="2975">
                  <c:v>286845.98535217746</c:v>
                </c:pt>
                <c:pt idx="2976">
                  <c:v>286982.6375837421</c:v>
                </c:pt>
                <c:pt idx="2977">
                  <c:v>287052.513757648</c:v>
                </c:pt>
                <c:pt idx="2978">
                  <c:v>287189.16598921263</c:v>
                </c:pt>
                <c:pt idx="2979">
                  <c:v>287270.3503935847</c:v>
                </c:pt>
                <c:pt idx="2980">
                  <c:v>287351.53479795676</c:v>
                </c:pt>
                <c:pt idx="2981">
                  <c:v>287432.7192023288</c:v>
                </c:pt>
                <c:pt idx="2982">
                  <c:v>287502.59537623473</c:v>
                </c:pt>
                <c:pt idx="2983">
                  <c:v>287650.84752735845</c:v>
                </c:pt>
                <c:pt idx="2984">
                  <c:v>287732.0319317305</c:v>
                </c:pt>
                <c:pt idx="2985">
                  <c:v>287811.65676696727</c:v>
                </c:pt>
                <c:pt idx="2986">
                  <c:v>287947.18076647754</c:v>
                </c:pt>
                <c:pt idx="2987">
                  <c:v>288028.3445108242</c:v>
                </c:pt>
                <c:pt idx="2988">
                  <c:v>288163.86851033446</c:v>
                </c:pt>
                <c:pt idx="2989">
                  <c:v>288284.19770016684</c:v>
                </c:pt>
                <c:pt idx="2990">
                  <c:v>288365.3614445135</c:v>
                </c:pt>
                <c:pt idx="2991">
                  <c:v>288424.28899824346</c:v>
                </c:pt>
                <c:pt idx="2992">
                  <c:v>288586.3976453727</c:v>
                </c:pt>
                <c:pt idx="2993">
                  <c:v>288743.23149784363</c:v>
                </c:pt>
                <c:pt idx="2994">
                  <c:v>288900.06535031454</c:v>
                </c:pt>
                <c:pt idx="2995">
                  <c:v>289002.1492962929</c:v>
                </c:pt>
                <c:pt idx="2996">
                  <c:v>289112.34241349815</c:v>
                </c:pt>
                <c:pt idx="2997">
                  <c:v>289249.2691595412</c:v>
                </c:pt>
                <c:pt idx="2998">
                  <c:v>289351.35310551955</c:v>
                </c:pt>
                <c:pt idx="2999">
                  <c:v>289453.4370514979</c:v>
                </c:pt>
                <c:pt idx="3000">
                  <c:v>289532.35175484413</c:v>
                </c:pt>
                <c:pt idx="3001">
                  <c:v>289642.62707183365</c:v>
                </c:pt>
                <c:pt idx="3002">
                  <c:v>289762.9474936327</c:v>
                </c:pt>
                <c:pt idx="3003">
                  <c:v>289865.03143961105</c:v>
                </c:pt>
                <c:pt idx="3004">
                  <c:v>289943.94614295725</c:v>
                </c:pt>
                <c:pt idx="3005">
                  <c:v>290024.17262681876</c:v>
                </c:pt>
                <c:pt idx="3006">
                  <c:v>290125.9767677506</c:v>
                </c:pt>
                <c:pt idx="3007">
                  <c:v>290207.2780126549</c:v>
                </c:pt>
                <c:pt idx="3008">
                  <c:v>290278.82823126094</c:v>
                </c:pt>
                <c:pt idx="3009">
                  <c:v>290415.75497730396</c:v>
                </c:pt>
                <c:pt idx="3010">
                  <c:v>290564.1873009639</c:v>
                </c:pt>
                <c:pt idx="3011">
                  <c:v>290643.1020043101</c:v>
                </c:pt>
                <c:pt idx="3012">
                  <c:v>290722.01511914097</c:v>
                </c:pt>
                <c:pt idx="3013">
                  <c:v>290870.5196107681</c:v>
                </c:pt>
                <c:pt idx="3014">
                  <c:v>290979.63928655203</c:v>
                </c:pt>
                <c:pt idx="3015">
                  <c:v>291064.5463867133</c:v>
                </c:pt>
                <c:pt idx="3016">
                  <c:v>291141.25361728575</c:v>
                </c:pt>
                <c:pt idx="3017">
                  <c:v>291289.6859409457</c:v>
                </c:pt>
                <c:pt idx="3018">
                  <c:v>291438.11826460564</c:v>
                </c:pt>
                <c:pt idx="3019">
                  <c:v>291586.5505882656</c:v>
                </c:pt>
                <c:pt idx="3020">
                  <c:v>291723.4773343086</c:v>
                </c:pt>
                <c:pt idx="3021">
                  <c:v>291822.8952565427</c:v>
                </c:pt>
                <c:pt idx="3022">
                  <c:v>291965.65982666006</c:v>
                </c:pt>
                <c:pt idx="3023">
                  <c:v>292067.1280260967</c:v>
                </c:pt>
                <c:pt idx="3024">
                  <c:v>292153.45531463955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SPY benchmark (12m fwd)</c:v>
                </c:pt>
              </c:strCache>
            </c:strRef>
          </c:tx>
          <c:spPr>
            <a:ln w="25400">
              <a:solidFill>
                <a:srgbClr val="388BFD"/>
              </a:solidFill>
            </a:ln>
          </c:spPr>
          <c:marker>
            <c:symbol val="none"/>
            <c:spPr>
              <a:solidFill>
                <a:srgbClr val="388BFD"/>
              </a:solidFill>
            </c:spPr>
          </c:marker>
          <c:cat>
            <c:strRef>
              <c:f>Sheet1!$A$2:$A$3026</c:f>
              <c:strCache>
                <c:ptCount val="3025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/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/>
                </c:pt>
                <c:pt idx="301">
                  <c:v/>
                </c:pt>
                <c:pt idx="302">
                  <c:v>302</c:v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/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/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/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>604</c:v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/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/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/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>906</c:v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/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/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  <c:pt idx="1106">
                  <c:v/>
                </c:pt>
                <c:pt idx="1107">
                  <c:v/>
                </c:pt>
                <c:pt idx="1108">
                  <c:v/>
                </c:pt>
                <c:pt idx="1109">
                  <c:v/>
                </c:pt>
                <c:pt idx="1110">
                  <c:v/>
                </c:pt>
                <c:pt idx="1111">
                  <c:v/>
                </c:pt>
                <c:pt idx="1112">
                  <c:v/>
                </c:pt>
                <c:pt idx="1113">
                  <c:v/>
                </c:pt>
                <c:pt idx="1114">
                  <c:v/>
                </c:pt>
                <c:pt idx="1115">
                  <c:v/>
                </c:pt>
                <c:pt idx="1116">
                  <c:v/>
                </c:pt>
                <c:pt idx="1117">
                  <c:v/>
                </c:pt>
                <c:pt idx="1118">
                  <c:v/>
                </c:pt>
                <c:pt idx="1119">
                  <c:v/>
                </c:pt>
                <c:pt idx="1120">
                  <c:v/>
                </c:pt>
                <c:pt idx="1121">
                  <c:v/>
                </c:pt>
                <c:pt idx="1122">
                  <c:v/>
                </c:pt>
                <c:pt idx="1123">
                  <c:v/>
                </c:pt>
                <c:pt idx="1124">
                  <c:v/>
                </c:pt>
                <c:pt idx="1125">
                  <c:v/>
                </c:pt>
                <c:pt idx="1126">
                  <c:v/>
                </c:pt>
                <c:pt idx="1127">
                  <c:v/>
                </c:pt>
                <c:pt idx="1128">
                  <c:v/>
                </c:pt>
                <c:pt idx="1129">
                  <c:v/>
                </c:pt>
                <c:pt idx="1130">
                  <c:v/>
                </c:pt>
                <c:pt idx="1131">
                  <c:v/>
                </c:pt>
                <c:pt idx="1132">
                  <c:v/>
                </c:pt>
                <c:pt idx="1133">
                  <c:v/>
                </c:pt>
                <c:pt idx="1134">
                  <c:v/>
                </c:pt>
                <c:pt idx="1135">
                  <c:v/>
                </c:pt>
                <c:pt idx="1136">
                  <c:v/>
                </c:pt>
                <c:pt idx="1137">
                  <c:v/>
                </c:pt>
                <c:pt idx="1138">
                  <c:v/>
                </c:pt>
                <c:pt idx="1139">
                  <c:v/>
                </c:pt>
                <c:pt idx="1140">
                  <c:v/>
                </c:pt>
                <c:pt idx="1141">
                  <c:v/>
                </c:pt>
                <c:pt idx="1142">
                  <c:v/>
                </c:pt>
                <c:pt idx="1143">
                  <c:v/>
                </c:pt>
                <c:pt idx="1144">
                  <c:v/>
                </c:pt>
                <c:pt idx="1145">
                  <c:v/>
                </c:pt>
                <c:pt idx="1146">
                  <c:v/>
                </c:pt>
                <c:pt idx="1147">
                  <c:v/>
                </c:pt>
                <c:pt idx="1148">
                  <c:v/>
                </c:pt>
                <c:pt idx="1149">
                  <c:v/>
                </c:pt>
                <c:pt idx="1150">
                  <c:v/>
                </c:pt>
                <c:pt idx="1151">
                  <c:v/>
                </c:pt>
                <c:pt idx="1152">
                  <c:v/>
                </c:pt>
                <c:pt idx="1153">
                  <c:v/>
                </c:pt>
                <c:pt idx="1154">
                  <c:v/>
                </c:pt>
                <c:pt idx="1155">
                  <c:v/>
                </c:pt>
                <c:pt idx="1156">
                  <c:v/>
                </c:pt>
                <c:pt idx="1157">
                  <c:v/>
                </c:pt>
                <c:pt idx="1158">
                  <c:v/>
                </c:pt>
                <c:pt idx="1159">
                  <c:v/>
                </c:pt>
                <c:pt idx="1160">
                  <c:v/>
                </c:pt>
                <c:pt idx="1161">
                  <c:v/>
                </c:pt>
                <c:pt idx="1162">
                  <c:v/>
                </c:pt>
                <c:pt idx="1163">
                  <c:v/>
                </c:pt>
                <c:pt idx="1164">
                  <c:v/>
                </c:pt>
                <c:pt idx="1165">
                  <c:v/>
                </c:pt>
                <c:pt idx="1166">
                  <c:v/>
                </c:pt>
                <c:pt idx="1167">
                  <c:v/>
                </c:pt>
                <c:pt idx="1168">
                  <c:v/>
                </c:pt>
                <c:pt idx="1169">
                  <c:v/>
                </c:pt>
                <c:pt idx="1170">
                  <c:v/>
                </c:pt>
                <c:pt idx="1171">
                  <c:v/>
                </c:pt>
                <c:pt idx="1172">
                  <c:v/>
                </c:pt>
                <c:pt idx="1173">
                  <c:v/>
                </c:pt>
                <c:pt idx="1174">
                  <c:v/>
                </c:pt>
                <c:pt idx="1175">
                  <c:v/>
                </c:pt>
                <c:pt idx="1176">
                  <c:v/>
                </c:pt>
                <c:pt idx="1177">
                  <c:v/>
                </c:pt>
                <c:pt idx="1178">
                  <c:v/>
                </c:pt>
                <c:pt idx="1179">
                  <c:v/>
                </c:pt>
                <c:pt idx="1180">
                  <c:v/>
                </c:pt>
                <c:pt idx="1181">
                  <c:v/>
                </c:pt>
                <c:pt idx="1182">
                  <c:v/>
                </c:pt>
                <c:pt idx="1183">
                  <c:v/>
                </c:pt>
                <c:pt idx="1184">
                  <c:v/>
                </c:pt>
                <c:pt idx="1185">
                  <c:v/>
                </c:pt>
                <c:pt idx="1186">
                  <c:v/>
                </c:pt>
                <c:pt idx="1187">
                  <c:v/>
                </c:pt>
                <c:pt idx="1188">
                  <c:v/>
                </c:pt>
                <c:pt idx="1189">
                  <c:v/>
                </c:pt>
                <c:pt idx="1190">
                  <c:v/>
                </c:pt>
                <c:pt idx="1191">
                  <c:v/>
                </c:pt>
                <c:pt idx="1192">
                  <c:v/>
                </c:pt>
                <c:pt idx="1193">
                  <c:v/>
                </c:pt>
                <c:pt idx="1194">
                  <c:v/>
                </c:pt>
                <c:pt idx="1195">
                  <c:v/>
                </c:pt>
                <c:pt idx="1196">
                  <c:v/>
                </c:pt>
                <c:pt idx="1197">
                  <c:v/>
                </c:pt>
                <c:pt idx="1198">
                  <c:v/>
                </c:pt>
                <c:pt idx="1199">
                  <c:v/>
                </c:pt>
                <c:pt idx="1200">
                  <c:v/>
                </c:pt>
                <c:pt idx="1201">
                  <c:v/>
                </c:pt>
                <c:pt idx="1202">
                  <c:v/>
                </c:pt>
                <c:pt idx="1203">
                  <c:v/>
                </c:pt>
                <c:pt idx="1204">
                  <c:v/>
                </c:pt>
                <c:pt idx="1205">
                  <c:v/>
                </c:pt>
                <c:pt idx="1206">
                  <c:v/>
                </c:pt>
                <c:pt idx="1207">
                  <c:v/>
                </c:pt>
                <c:pt idx="1208">
                  <c:v>1208</c:v>
                </c:pt>
                <c:pt idx="1209">
                  <c:v/>
                </c:pt>
                <c:pt idx="1210">
                  <c:v/>
                </c:pt>
                <c:pt idx="1211">
                  <c:v/>
                </c:pt>
                <c:pt idx="1212">
                  <c:v/>
                </c:pt>
                <c:pt idx="1213">
                  <c:v/>
                </c:pt>
                <c:pt idx="1214">
                  <c:v/>
                </c:pt>
                <c:pt idx="1215">
                  <c:v/>
                </c:pt>
                <c:pt idx="1216">
                  <c:v/>
                </c:pt>
                <c:pt idx="1217">
                  <c:v/>
                </c:pt>
                <c:pt idx="1218">
                  <c:v/>
                </c:pt>
                <c:pt idx="1219">
                  <c:v/>
                </c:pt>
                <c:pt idx="1220">
                  <c:v/>
                </c:pt>
                <c:pt idx="1221">
                  <c:v/>
                </c:pt>
                <c:pt idx="1222">
                  <c:v/>
                </c:pt>
                <c:pt idx="1223">
                  <c:v/>
                </c:pt>
                <c:pt idx="1224">
                  <c:v/>
                </c:pt>
                <c:pt idx="1225">
                  <c:v/>
                </c:pt>
                <c:pt idx="1226">
                  <c:v/>
                </c:pt>
                <c:pt idx="1227">
                  <c:v/>
                </c:pt>
                <c:pt idx="1228">
                  <c:v/>
                </c:pt>
                <c:pt idx="1229">
                  <c:v/>
                </c:pt>
                <c:pt idx="1230">
                  <c:v/>
                </c:pt>
                <c:pt idx="1231">
                  <c:v/>
                </c:pt>
                <c:pt idx="1232">
                  <c:v/>
                </c:pt>
                <c:pt idx="1233">
                  <c:v/>
                </c:pt>
                <c:pt idx="1234">
                  <c:v/>
                </c:pt>
                <c:pt idx="1235">
                  <c:v/>
                </c:pt>
                <c:pt idx="1236">
                  <c:v/>
                </c:pt>
                <c:pt idx="1237">
                  <c:v/>
                </c:pt>
                <c:pt idx="1238">
                  <c:v/>
                </c:pt>
                <c:pt idx="1239">
                  <c:v/>
                </c:pt>
                <c:pt idx="1240">
                  <c:v/>
                </c:pt>
                <c:pt idx="1241">
                  <c:v/>
                </c:pt>
                <c:pt idx="1242">
                  <c:v/>
                </c:pt>
                <c:pt idx="1243">
                  <c:v/>
                </c:pt>
                <c:pt idx="1244">
                  <c:v/>
                </c:pt>
                <c:pt idx="1245">
                  <c:v/>
                </c:pt>
                <c:pt idx="1246">
                  <c:v/>
                </c:pt>
                <c:pt idx="1247">
                  <c:v/>
                </c:pt>
                <c:pt idx="1248">
                  <c:v/>
                </c:pt>
                <c:pt idx="1249">
                  <c:v/>
                </c:pt>
                <c:pt idx="1250">
                  <c:v/>
                </c:pt>
                <c:pt idx="1251">
                  <c:v/>
                </c:pt>
                <c:pt idx="1252">
                  <c:v/>
                </c:pt>
                <c:pt idx="1253">
                  <c:v/>
                </c:pt>
                <c:pt idx="1254">
                  <c:v/>
                </c:pt>
                <c:pt idx="1255">
                  <c:v/>
                </c:pt>
                <c:pt idx="1256">
                  <c:v/>
                </c:pt>
                <c:pt idx="1257">
                  <c:v/>
                </c:pt>
                <c:pt idx="1258">
                  <c:v/>
                </c:pt>
                <c:pt idx="1259">
                  <c:v/>
                </c:pt>
                <c:pt idx="1260">
                  <c:v/>
                </c:pt>
                <c:pt idx="1261">
                  <c:v/>
                </c:pt>
                <c:pt idx="1262">
                  <c:v/>
                </c:pt>
                <c:pt idx="1263">
                  <c:v/>
                </c:pt>
                <c:pt idx="1264">
                  <c:v/>
                </c:pt>
                <c:pt idx="1265">
                  <c:v/>
                </c:pt>
                <c:pt idx="1266">
                  <c:v/>
                </c:pt>
                <c:pt idx="1267">
                  <c:v/>
                </c:pt>
                <c:pt idx="1268">
                  <c:v/>
                </c:pt>
                <c:pt idx="1269">
                  <c:v/>
                </c:pt>
                <c:pt idx="1270">
                  <c:v/>
                </c:pt>
                <c:pt idx="1271">
                  <c:v/>
                </c:pt>
                <c:pt idx="1272">
                  <c:v/>
                </c:pt>
                <c:pt idx="1273">
                  <c:v/>
                </c:pt>
                <c:pt idx="1274">
                  <c:v/>
                </c:pt>
                <c:pt idx="1275">
                  <c:v/>
                </c:pt>
                <c:pt idx="1276">
                  <c:v/>
                </c:pt>
                <c:pt idx="1277">
                  <c:v/>
                </c:pt>
                <c:pt idx="1278">
                  <c:v/>
                </c:pt>
                <c:pt idx="1279">
                  <c:v/>
                </c:pt>
                <c:pt idx="1280">
                  <c:v/>
                </c:pt>
                <c:pt idx="1281">
                  <c:v/>
                </c:pt>
                <c:pt idx="1282">
                  <c:v/>
                </c:pt>
                <c:pt idx="1283">
                  <c:v/>
                </c:pt>
                <c:pt idx="1284">
                  <c:v/>
                </c:pt>
                <c:pt idx="1285">
                  <c:v/>
                </c:pt>
                <c:pt idx="1286">
                  <c:v/>
                </c:pt>
                <c:pt idx="1287">
                  <c:v/>
                </c:pt>
                <c:pt idx="1288">
                  <c:v/>
                </c:pt>
                <c:pt idx="1289">
                  <c:v/>
                </c:pt>
                <c:pt idx="1290">
                  <c:v/>
                </c:pt>
                <c:pt idx="1291">
                  <c:v/>
                </c:pt>
                <c:pt idx="1292">
                  <c:v/>
                </c:pt>
                <c:pt idx="1293">
                  <c:v/>
                </c:pt>
                <c:pt idx="1294">
                  <c:v/>
                </c:pt>
                <c:pt idx="1295">
                  <c:v/>
                </c:pt>
                <c:pt idx="1296">
                  <c:v/>
                </c:pt>
                <c:pt idx="1297">
                  <c:v/>
                </c:pt>
                <c:pt idx="1298">
                  <c:v/>
                </c:pt>
                <c:pt idx="1299">
                  <c:v/>
                </c:pt>
                <c:pt idx="1300">
                  <c:v/>
                </c:pt>
                <c:pt idx="1301">
                  <c:v/>
                </c:pt>
                <c:pt idx="1302">
                  <c:v/>
                </c:pt>
                <c:pt idx="1303">
                  <c:v/>
                </c:pt>
                <c:pt idx="1304">
                  <c:v/>
                </c:pt>
                <c:pt idx="1305">
                  <c:v/>
                </c:pt>
                <c:pt idx="1306">
                  <c:v/>
                </c:pt>
                <c:pt idx="1307">
                  <c:v/>
                </c:pt>
                <c:pt idx="1308">
                  <c:v/>
                </c:pt>
                <c:pt idx="1309">
                  <c:v/>
                </c:pt>
                <c:pt idx="1310">
                  <c:v/>
                </c:pt>
                <c:pt idx="1311">
                  <c:v/>
                </c:pt>
                <c:pt idx="1312">
                  <c:v/>
                </c:pt>
                <c:pt idx="1313">
                  <c:v/>
                </c:pt>
                <c:pt idx="1314">
                  <c:v/>
                </c:pt>
                <c:pt idx="1315">
                  <c:v/>
                </c:pt>
                <c:pt idx="1316">
                  <c:v/>
                </c:pt>
                <c:pt idx="1317">
                  <c:v/>
                </c:pt>
                <c:pt idx="1318">
                  <c:v/>
                </c:pt>
                <c:pt idx="1319">
                  <c:v/>
                </c:pt>
                <c:pt idx="1320">
                  <c:v/>
                </c:pt>
                <c:pt idx="1321">
                  <c:v/>
                </c:pt>
                <c:pt idx="1322">
                  <c:v/>
                </c:pt>
                <c:pt idx="1323">
                  <c:v/>
                </c:pt>
                <c:pt idx="1324">
                  <c:v/>
                </c:pt>
                <c:pt idx="1325">
                  <c:v/>
                </c:pt>
                <c:pt idx="1326">
                  <c:v/>
                </c:pt>
                <c:pt idx="1327">
                  <c:v/>
                </c:pt>
                <c:pt idx="1328">
                  <c:v/>
                </c:pt>
                <c:pt idx="1329">
                  <c:v/>
                </c:pt>
                <c:pt idx="1330">
                  <c:v/>
                </c:pt>
                <c:pt idx="1331">
                  <c:v/>
                </c:pt>
                <c:pt idx="1332">
                  <c:v/>
                </c:pt>
                <c:pt idx="1333">
                  <c:v/>
                </c:pt>
                <c:pt idx="1334">
                  <c:v/>
                </c:pt>
                <c:pt idx="1335">
                  <c:v/>
                </c:pt>
                <c:pt idx="1336">
                  <c:v/>
                </c:pt>
                <c:pt idx="1337">
                  <c:v/>
                </c:pt>
                <c:pt idx="1338">
                  <c:v/>
                </c:pt>
                <c:pt idx="1339">
                  <c:v/>
                </c:pt>
                <c:pt idx="1340">
                  <c:v/>
                </c:pt>
                <c:pt idx="1341">
                  <c:v/>
                </c:pt>
                <c:pt idx="1342">
                  <c:v/>
                </c:pt>
                <c:pt idx="1343">
                  <c:v/>
                </c:pt>
                <c:pt idx="1344">
                  <c:v/>
                </c:pt>
                <c:pt idx="1345">
                  <c:v/>
                </c:pt>
                <c:pt idx="1346">
                  <c:v/>
                </c:pt>
                <c:pt idx="1347">
                  <c:v/>
                </c:pt>
                <c:pt idx="1348">
                  <c:v/>
                </c:pt>
                <c:pt idx="1349">
                  <c:v/>
                </c:pt>
                <c:pt idx="1350">
                  <c:v/>
                </c:pt>
                <c:pt idx="1351">
                  <c:v/>
                </c:pt>
                <c:pt idx="1352">
                  <c:v/>
                </c:pt>
                <c:pt idx="1353">
                  <c:v/>
                </c:pt>
                <c:pt idx="1354">
                  <c:v/>
                </c:pt>
                <c:pt idx="1355">
                  <c:v/>
                </c:pt>
                <c:pt idx="1356">
                  <c:v/>
                </c:pt>
                <c:pt idx="1357">
                  <c:v/>
                </c:pt>
                <c:pt idx="1358">
                  <c:v/>
                </c:pt>
                <c:pt idx="1359">
                  <c:v/>
                </c:pt>
                <c:pt idx="1360">
                  <c:v/>
                </c:pt>
                <c:pt idx="1361">
                  <c:v/>
                </c:pt>
                <c:pt idx="1362">
                  <c:v/>
                </c:pt>
                <c:pt idx="1363">
                  <c:v/>
                </c:pt>
                <c:pt idx="1364">
                  <c:v/>
                </c:pt>
                <c:pt idx="1365">
                  <c:v/>
                </c:pt>
                <c:pt idx="1366">
                  <c:v/>
                </c:pt>
                <c:pt idx="1367">
                  <c:v/>
                </c:pt>
                <c:pt idx="1368">
                  <c:v/>
                </c:pt>
                <c:pt idx="1369">
                  <c:v/>
                </c:pt>
                <c:pt idx="1370">
                  <c:v/>
                </c:pt>
                <c:pt idx="1371">
                  <c:v/>
                </c:pt>
                <c:pt idx="1372">
                  <c:v/>
                </c:pt>
                <c:pt idx="1373">
                  <c:v/>
                </c:pt>
                <c:pt idx="1374">
                  <c:v/>
                </c:pt>
                <c:pt idx="1375">
                  <c:v/>
                </c:pt>
                <c:pt idx="1376">
                  <c:v/>
                </c:pt>
                <c:pt idx="1377">
                  <c:v/>
                </c:pt>
                <c:pt idx="1378">
                  <c:v/>
                </c:pt>
                <c:pt idx="1379">
                  <c:v/>
                </c:pt>
                <c:pt idx="1380">
                  <c:v/>
                </c:pt>
                <c:pt idx="1381">
                  <c:v/>
                </c:pt>
                <c:pt idx="1382">
                  <c:v/>
                </c:pt>
                <c:pt idx="1383">
                  <c:v/>
                </c:pt>
                <c:pt idx="1384">
                  <c:v/>
                </c:pt>
                <c:pt idx="1385">
                  <c:v/>
                </c:pt>
                <c:pt idx="1386">
                  <c:v/>
                </c:pt>
                <c:pt idx="1387">
                  <c:v/>
                </c:pt>
                <c:pt idx="1388">
                  <c:v/>
                </c:pt>
                <c:pt idx="1389">
                  <c:v/>
                </c:pt>
                <c:pt idx="1390">
                  <c:v/>
                </c:pt>
                <c:pt idx="1391">
                  <c:v/>
                </c:pt>
                <c:pt idx="1392">
                  <c:v/>
                </c:pt>
                <c:pt idx="1393">
                  <c:v/>
                </c:pt>
                <c:pt idx="1394">
                  <c:v/>
                </c:pt>
                <c:pt idx="1395">
                  <c:v/>
                </c:pt>
                <c:pt idx="1396">
                  <c:v/>
                </c:pt>
                <c:pt idx="1397">
                  <c:v/>
                </c:pt>
                <c:pt idx="1398">
                  <c:v/>
                </c:pt>
                <c:pt idx="1399">
                  <c:v/>
                </c:pt>
                <c:pt idx="1400">
                  <c:v/>
                </c:pt>
                <c:pt idx="1401">
                  <c:v/>
                </c:pt>
                <c:pt idx="1402">
                  <c:v/>
                </c:pt>
                <c:pt idx="1403">
                  <c:v/>
                </c:pt>
                <c:pt idx="1404">
                  <c:v/>
                </c:pt>
                <c:pt idx="1405">
                  <c:v/>
                </c:pt>
                <c:pt idx="1406">
                  <c:v/>
                </c:pt>
                <c:pt idx="1407">
                  <c:v/>
                </c:pt>
                <c:pt idx="1408">
                  <c:v/>
                </c:pt>
                <c:pt idx="1409">
                  <c:v/>
                </c:pt>
                <c:pt idx="1410">
                  <c:v/>
                </c:pt>
                <c:pt idx="1411">
                  <c:v/>
                </c:pt>
                <c:pt idx="1412">
                  <c:v/>
                </c:pt>
                <c:pt idx="1413">
                  <c:v/>
                </c:pt>
                <c:pt idx="1414">
                  <c:v/>
                </c:pt>
                <c:pt idx="1415">
                  <c:v/>
                </c:pt>
                <c:pt idx="1416">
                  <c:v/>
                </c:pt>
                <c:pt idx="1417">
                  <c:v/>
                </c:pt>
                <c:pt idx="1418">
                  <c:v/>
                </c:pt>
                <c:pt idx="1419">
                  <c:v/>
                </c:pt>
                <c:pt idx="1420">
                  <c:v/>
                </c:pt>
                <c:pt idx="1421">
                  <c:v/>
                </c:pt>
                <c:pt idx="1422">
                  <c:v/>
                </c:pt>
                <c:pt idx="1423">
                  <c:v/>
                </c:pt>
                <c:pt idx="1424">
                  <c:v/>
                </c:pt>
                <c:pt idx="1425">
                  <c:v/>
                </c:pt>
                <c:pt idx="1426">
                  <c:v/>
                </c:pt>
                <c:pt idx="1427">
                  <c:v/>
                </c:pt>
                <c:pt idx="1428">
                  <c:v/>
                </c:pt>
                <c:pt idx="1429">
                  <c:v/>
                </c:pt>
                <c:pt idx="1430">
                  <c:v/>
                </c:pt>
                <c:pt idx="1431">
                  <c:v/>
                </c:pt>
                <c:pt idx="1432">
                  <c:v/>
                </c:pt>
                <c:pt idx="1433">
                  <c:v/>
                </c:pt>
                <c:pt idx="1434">
                  <c:v/>
                </c:pt>
                <c:pt idx="1435">
                  <c:v/>
                </c:pt>
                <c:pt idx="1436">
                  <c:v/>
                </c:pt>
                <c:pt idx="1437">
                  <c:v/>
                </c:pt>
                <c:pt idx="1438">
                  <c:v/>
                </c:pt>
                <c:pt idx="1439">
                  <c:v/>
                </c:pt>
                <c:pt idx="1440">
                  <c:v/>
                </c:pt>
                <c:pt idx="1441">
                  <c:v/>
                </c:pt>
                <c:pt idx="1442">
                  <c:v/>
                </c:pt>
                <c:pt idx="1443">
                  <c:v/>
                </c:pt>
                <c:pt idx="1444">
                  <c:v/>
                </c:pt>
                <c:pt idx="1445">
                  <c:v/>
                </c:pt>
                <c:pt idx="1446">
                  <c:v/>
                </c:pt>
                <c:pt idx="1447">
                  <c:v/>
                </c:pt>
                <c:pt idx="1448">
                  <c:v/>
                </c:pt>
                <c:pt idx="1449">
                  <c:v/>
                </c:pt>
                <c:pt idx="1450">
                  <c:v/>
                </c:pt>
                <c:pt idx="1451">
                  <c:v/>
                </c:pt>
                <c:pt idx="1452">
                  <c:v/>
                </c:pt>
                <c:pt idx="1453">
                  <c:v/>
                </c:pt>
                <c:pt idx="1454">
                  <c:v/>
                </c:pt>
                <c:pt idx="1455">
                  <c:v/>
                </c:pt>
                <c:pt idx="1456">
                  <c:v/>
                </c:pt>
                <c:pt idx="1457">
                  <c:v/>
                </c:pt>
                <c:pt idx="1458">
                  <c:v/>
                </c:pt>
                <c:pt idx="1459">
                  <c:v/>
                </c:pt>
                <c:pt idx="1460">
                  <c:v/>
                </c:pt>
                <c:pt idx="1461">
                  <c:v/>
                </c:pt>
                <c:pt idx="1462">
                  <c:v/>
                </c:pt>
                <c:pt idx="1463">
                  <c:v/>
                </c:pt>
                <c:pt idx="1464">
                  <c:v/>
                </c:pt>
                <c:pt idx="1465">
                  <c:v/>
                </c:pt>
                <c:pt idx="1466">
                  <c:v/>
                </c:pt>
                <c:pt idx="1467">
                  <c:v/>
                </c:pt>
                <c:pt idx="1468">
                  <c:v/>
                </c:pt>
                <c:pt idx="1469">
                  <c:v/>
                </c:pt>
                <c:pt idx="1470">
                  <c:v/>
                </c:pt>
                <c:pt idx="1471">
                  <c:v/>
                </c:pt>
                <c:pt idx="1472">
                  <c:v/>
                </c:pt>
                <c:pt idx="1473">
                  <c:v/>
                </c:pt>
                <c:pt idx="1474">
                  <c:v/>
                </c:pt>
                <c:pt idx="1475">
                  <c:v/>
                </c:pt>
                <c:pt idx="1476">
                  <c:v/>
                </c:pt>
                <c:pt idx="1477">
                  <c:v/>
                </c:pt>
                <c:pt idx="1478">
                  <c:v/>
                </c:pt>
                <c:pt idx="1479">
                  <c:v/>
                </c:pt>
                <c:pt idx="1480">
                  <c:v/>
                </c:pt>
                <c:pt idx="1481">
                  <c:v/>
                </c:pt>
                <c:pt idx="1482">
                  <c:v/>
                </c:pt>
                <c:pt idx="1483">
                  <c:v/>
                </c:pt>
                <c:pt idx="1484">
                  <c:v/>
                </c:pt>
                <c:pt idx="1485">
                  <c:v/>
                </c:pt>
                <c:pt idx="1486">
                  <c:v/>
                </c:pt>
                <c:pt idx="1487">
                  <c:v/>
                </c:pt>
                <c:pt idx="1488">
                  <c:v/>
                </c:pt>
                <c:pt idx="1489">
                  <c:v/>
                </c:pt>
                <c:pt idx="1490">
                  <c:v/>
                </c:pt>
                <c:pt idx="1491">
                  <c:v/>
                </c:pt>
                <c:pt idx="1492">
                  <c:v/>
                </c:pt>
                <c:pt idx="1493">
                  <c:v/>
                </c:pt>
                <c:pt idx="1494">
                  <c:v/>
                </c:pt>
                <c:pt idx="1495">
                  <c:v/>
                </c:pt>
                <c:pt idx="1496">
                  <c:v/>
                </c:pt>
                <c:pt idx="1497">
                  <c:v/>
                </c:pt>
                <c:pt idx="1498">
                  <c:v/>
                </c:pt>
                <c:pt idx="1499">
                  <c:v/>
                </c:pt>
                <c:pt idx="1500">
                  <c:v/>
                </c:pt>
                <c:pt idx="1501">
                  <c:v/>
                </c:pt>
                <c:pt idx="1502">
                  <c:v/>
                </c:pt>
                <c:pt idx="1503">
                  <c:v/>
                </c:pt>
                <c:pt idx="1504">
                  <c:v/>
                </c:pt>
                <c:pt idx="1505">
                  <c:v/>
                </c:pt>
                <c:pt idx="1506">
                  <c:v/>
                </c:pt>
                <c:pt idx="1507">
                  <c:v/>
                </c:pt>
                <c:pt idx="1508">
                  <c:v/>
                </c:pt>
                <c:pt idx="1509">
                  <c:v/>
                </c:pt>
                <c:pt idx="1510">
                  <c:v>1510</c:v>
                </c:pt>
                <c:pt idx="1511">
                  <c:v/>
                </c:pt>
                <c:pt idx="1512">
                  <c:v/>
                </c:pt>
                <c:pt idx="1513">
                  <c:v/>
                </c:pt>
                <c:pt idx="1514">
                  <c:v/>
                </c:pt>
                <c:pt idx="1515">
                  <c:v/>
                </c:pt>
                <c:pt idx="1516">
                  <c:v/>
                </c:pt>
                <c:pt idx="1517">
                  <c:v/>
                </c:pt>
                <c:pt idx="1518">
                  <c:v/>
                </c:pt>
                <c:pt idx="1519">
                  <c:v/>
                </c:pt>
                <c:pt idx="1520">
                  <c:v/>
                </c:pt>
                <c:pt idx="1521">
                  <c:v/>
                </c:pt>
                <c:pt idx="1522">
                  <c:v/>
                </c:pt>
                <c:pt idx="1523">
                  <c:v/>
                </c:pt>
                <c:pt idx="1524">
                  <c:v/>
                </c:pt>
                <c:pt idx="1525">
                  <c:v/>
                </c:pt>
                <c:pt idx="1526">
                  <c:v/>
                </c:pt>
                <c:pt idx="1527">
                  <c:v/>
                </c:pt>
                <c:pt idx="1528">
                  <c:v/>
                </c:pt>
                <c:pt idx="1529">
                  <c:v/>
                </c:pt>
                <c:pt idx="1530">
                  <c:v/>
                </c:pt>
                <c:pt idx="1531">
                  <c:v/>
                </c:pt>
                <c:pt idx="1532">
                  <c:v/>
                </c:pt>
                <c:pt idx="1533">
                  <c:v/>
                </c:pt>
                <c:pt idx="1534">
                  <c:v/>
                </c:pt>
                <c:pt idx="1535">
                  <c:v/>
                </c:pt>
                <c:pt idx="1536">
                  <c:v/>
                </c:pt>
                <c:pt idx="1537">
                  <c:v/>
                </c:pt>
                <c:pt idx="1538">
                  <c:v/>
                </c:pt>
                <c:pt idx="1539">
                  <c:v/>
                </c:pt>
                <c:pt idx="1540">
                  <c:v/>
                </c:pt>
                <c:pt idx="1541">
                  <c:v/>
                </c:pt>
                <c:pt idx="1542">
                  <c:v/>
                </c:pt>
                <c:pt idx="1543">
                  <c:v/>
                </c:pt>
                <c:pt idx="1544">
                  <c:v/>
                </c:pt>
                <c:pt idx="1545">
                  <c:v/>
                </c:pt>
                <c:pt idx="1546">
                  <c:v/>
                </c:pt>
                <c:pt idx="1547">
                  <c:v/>
                </c:pt>
                <c:pt idx="1548">
                  <c:v/>
                </c:pt>
                <c:pt idx="1549">
                  <c:v/>
                </c:pt>
                <c:pt idx="1550">
                  <c:v/>
                </c:pt>
                <c:pt idx="1551">
                  <c:v/>
                </c:pt>
                <c:pt idx="1552">
                  <c:v/>
                </c:pt>
                <c:pt idx="1553">
                  <c:v/>
                </c:pt>
                <c:pt idx="1554">
                  <c:v/>
                </c:pt>
                <c:pt idx="1555">
                  <c:v/>
                </c:pt>
                <c:pt idx="1556">
                  <c:v/>
                </c:pt>
                <c:pt idx="1557">
                  <c:v/>
                </c:pt>
                <c:pt idx="1558">
                  <c:v/>
                </c:pt>
                <c:pt idx="1559">
                  <c:v/>
                </c:pt>
                <c:pt idx="1560">
                  <c:v/>
                </c:pt>
                <c:pt idx="1561">
                  <c:v/>
                </c:pt>
                <c:pt idx="1562">
                  <c:v/>
                </c:pt>
                <c:pt idx="1563">
                  <c:v/>
                </c:pt>
                <c:pt idx="1564">
                  <c:v/>
                </c:pt>
                <c:pt idx="1565">
                  <c:v/>
                </c:pt>
                <c:pt idx="1566">
                  <c:v/>
                </c:pt>
                <c:pt idx="1567">
                  <c:v/>
                </c:pt>
                <c:pt idx="1568">
                  <c:v/>
                </c:pt>
                <c:pt idx="1569">
                  <c:v/>
                </c:pt>
                <c:pt idx="1570">
                  <c:v/>
                </c:pt>
                <c:pt idx="1571">
                  <c:v/>
                </c:pt>
                <c:pt idx="1572">
                  <c:v/>
                </c:pt>
                <c:pt idx="1573">
                  <c:v/>
                </c:pt>
                <c:pt idx="1574">
                  <c:v/>
                </c:pt>
                <c:pt idx="1575">
                  <c:v/>
                </c:pt>
                <c:pt idx="1576">
                  <c:v/>
                </c:pt>
                <c:pt idx="1577">
                  <c:v/>
                </c:pt>
                <c:pt idx="1578">
                  <c:v/>
                </c:pt>
                <c:pt idx="1579">
                  <c:v/>
                </c:pt>
                <c:pt idx="1580">
                  <c:v/>
                </c:pt>
                <c:pt idx="1581">
                  <c:v/>
                </c:pt>
                <c:pt idx="1582">
                  <c:v/>
                </c:pt>
                <c:pt idx="1583">
                  <c:v/>
                </c:pt>
                <c:pt idx="1584">
                  <c:v/>
                </c:pt>
                <c:pt idx="1585">
                  <c:v/>
                </c:pt>
                <c:pt idx="1586">
                  <c:v/>
                </c:pt>
                <c:pt idx="1587">
                  <c:v/>
                </c:pt>
                <c:pt idx="1588">
                  <c:v/>
                </c:pt>
                <c:pt idx="1589">
                  <c:v/>
                </c:pt>
                <c:pt idx="1590">
                  <c:v/>
                </c:pt>
                <c:pt idx="1591">
                  <c:v/>
                </c:pt>
                <c:pt idx="1592">
                  <c:v/>
                </c:pt>
                <c:pt idx="1593">
                  <c:v/>
                </c:pt>
                <c:pt idx="1594">
                  <c:v/>
                </c:pt>
                <c:pt idx="1595">
                  <c:v/>
                </c:pt>
                <c:pt idx="1596">
                  <c:v/>
                </c:pt>
                <c:pt idx="1597">
                  <c:v/>
                </c:pt>
                <c:pt idx="1598">
                  <c:v/>
                </c:pt>
                <c:pt idx="1599">
                  <c:v/>
                </c:pt>
                <c:pt idx="1600">
                  <c:v/>
                </c:pt>
                <c:pt idx="1601">
                  <c:v/>
                </c:pt>
                <c:pt idx="1602">
                  <c:v/>
                </c:pt>
                <c:pt idx="1603">
                  <c:v/>
                </c:pt>
                <c:pt idx="1604">
                  <c:v/>
                </c:pt>
                <c:pt idx="1605">
                  <c:v/>
                </c:pt>
                <c:pt idx="1606">
                  <c:v/>
                </c:pt>
                <c:pt idx="1607">
                  <c:v/>
                </c:pt>
                <c:pt idx="1608">
                  <c:v/>
                </c:pt>
                <c:pt idx="1609">
                  <c:v/>
                </c:pt>
                <c:pt idx="1610">
                  <c:v/>
                </c:pt>
                <c:pt idx="1611">
                  <c:v/>
                </c:pt>
                <c:pt idx="1612">
                  <c:v/>
                </c:pt>
                <c:pt idx="1613">
                  <c:v/>
                </c:pt>
                <c:pt idx="1614">
                  <c:v/>
                </c:pt>
                <c:pt idx="1615">
                  <c:v/>
                </c:pt>
                <c:pt idx="1616">
                  <c:v/>
                </c:pt>
                <c:pt idx="1617">
                  <c:v/>
                </c:pt>
                <c:pt idx="1618">
                  <c:v/>
                </c:pt>
                <c:pt idx="1619">
                  <c:v/>
                </c:pt>
                <c:pt idx="1620">
                  <c:v/>
                </c:pt>
                <c:pt idx="1621">
                  <c:v/>
                </c:pt>
                <c:pt idx="1622">
                  <c:v/>
                </c:pt>
                <c:pt idx="1623">
                  <c:v/>
                </c:pt>
                <c:pt idx="1624">
                  <c:v/>
                </c:pt>
                <c:pt idx="1625">
                  <c:v/>
                </c:pt>
                <c:pt idx="1626">
                  <c:v/>
                </c:pt>
                <c:pt idx="1627">
                  <c:v/>
                </c:pt>
                <c:pt idx="1628">
                  <c:v/>
                </c:pt>
                <c:pt idx="1629">
                  <c:v/>
                </c:pt>
                <c:pt idx="1630">
                  <c:v/>
                </c:pt>
                <c:pt idx="1631">
                  <c:v/>
                </c:pt>
                <c:pt idx="1632">
                  <c:v/>
                </c:pt>
                <c:pt idx="1633">
                  <c:v/>
                </c:pt>
                <c:pt idx="1634">
                  <c:v/>
                </c:pt>
                <c:pt idx="1635">
                  <c:v/>
                </c:pt>
                <c:pt idx="1636">
                  <c:v/>
                </c:pt>
                <c:pt idx="1637">
                  <c:v/>
                </c:pt>
                <c:pt idx="1638">
                  <c:v/>
                </c:pt>
                <c:pt idx="1639">
                  <c:v/>
                </c:pt>
                <c:pt idx="1640">
                  <c:v/>
                </c:pt>
                <c:pt idx="1641">
                  <c:v/>
                </c:pt>
                <c:pt idx="1642">
                  <c:v/>
                </c:pt>
                <c:pt idx="1643">
                  <c:v/>
                </c:pt>
                <c:pt idx="1644">
                  <c:v/>
                </c:pt>
                <c:pt idx="1645">
                  <c:v/>
                </c:pt>
                <c:pt idx="1646">
                  <c:v/>
                </c:pt>
                <c:pt idx="1647">
                  <c:v/>
                </c:pt>
                <c:pt idx="1648">
                  <c:v/>
                </c:pt>
                <c:pt idx="1649">
                  <c:v/>
                </c:pt>
                <c:pt idx="1650">
                  <c:v/>
                </c:pt>
                <c:pt idx="1651">
                  <c:v/>
                </c:pt>
                <c:pt idx="1652">
                  <c:v/>
                </c:pt>
                <c:pt idx="1653">
                  <c:v/>
                </c:pt>
                <c:pt idx="1654">
                  <c:v/>
                </c:pt>
                <c:pt idx="1655">
                  <c:v/>
                </c:pt>
                <c:pt idx="1656">
                  <c:v/>
                </c:pt>
                <c:pt idx="1657">
                  <c:v/>
                </c:pt>
                <c:pt idx="1658">
                  <c:v/>
                </c:pt>
                <c:pt idx="1659">
                  <c:v/>
                </c:pt>
                <c:pt idx="1660">
                  <c:v/>
                </c:pt>
                <c:pt idx="1661">
                  <c:v/>
                </c:pt>
                <c:pt idx="1662">
                  <c:v/>
                </c:pt>
                <c:pt idx="1663">
                  <c:v/>
                </c:pt>
                <c:pt idx="1664">
                  <c:v/>
                </c:pt>
                <c:pt idx="1665">
                  <c:v/>
                </c:pt>
                <c:pt idx="1666">
                  <c:v/>
                </c:pt>
                <c:pt idx="1667">
                  <c:v/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>1812</c:v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>2114</c:v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>2416</c:v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>2718</c:v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>3020</c:v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</c:strCache>
            </c:strRef>
          </c:cat>
          <c:val>
            <c:numRef>
              <c:f>Sheet1!$D$2:$D$3026</c:f>
              <c:numCache>
                <c:formatCode>General</c:formatCode>
                <c:ptCount val="3025"/>
                <c:pt idx="0">
                  <c:v>118.38529777114253</c:v>
                </c:pt>
                <c:pt idx="1">
                  <c:v>236.77059554228506</c:v>
                </c:pt>
                <c:pt idx="2">
                  <c:v>355.1558933134276</c:v>
                </c:pt>
                <c:pt idx="3">
                  <c:v>473.54119108457013</c:v>
                </c:pt>
                <c:pt idx="4">
                  <c:v>591.9264888557127</c:v>
                </c:pt>
                <c:pt idx="5">
                  <c:v>710.3117866268552</c:v>
                </c:pt>
                <c:pt idx="6">
                  <c:v>828.6970843979977</c:v>
                </c:pt>
                <c:pt idx="7">
                  <c:v>946.6671615284956</c:v>
                </c:pt>
                <c:pt idx="8">
                  <c:v>1064.6372386589935</c:v>
                </c:pt>
                <c:pt idx="9">
                  <c:v>1182.6073157894914</c:v>
                </c:pt>
                <c:pt idx="10">
                  <c:v>1300.5773929199893</c:v>
                </c:pt>
                <c:pt idx="11">
                  <c:v>1418.5474700504872</c:v>
                </c:pt>
                <c:pt idx="12">
                  <c:v>1536.517547180985</c:v>
                </c:pt>
                <c:pt idx="13">
                  <c:v>1654.487624311483</c:v>
                </c:pt>
                <c:pt idx="14">
                  <c:v>1772.64931150247</c:v>
                </c:pt>
                <c:pt idx="15">
                  <c:v>1890.8109986934571</c:v>
                </c:pt>
                <c:pt idx="16">
                  <c:v>2008.9726858844442</c:v>
                </c:pt>
                <c:pt idx="17">
                  <c:v>2127.134373075431</c:v>
                </c:pt>
                <c:pt idx="18">
                  <c:v>2245.296060266418</c:v>
                </c:pt>
                <c:pt idx="19">
                  <c:v>2363.457747457405</c:v>
                </c:pt>
                <c:pt idx="20">
                  <c:v>2481.6194346483917</c:v>
                </c:pt>
                <c:pt idx="21">
                  <c:v>2599.7811218393786</c:v>
                </c:pt>
                <c:pt idx="22">
                  <c:v>2717.9428090303654</c:v>
                </c:pt>
                <c:pt idx="23">
                  <c:v>2836.1044962213523</c:v>
                </c:pt>
                <c:pt idx="24">
                  <c:v>2954.266183412339</c:v>
                </c:pt>
                <c:pt idx="25">
                  <c:v>3072.427870603326</c:v>
                </c:pt>
                <c:pt idx="26">
                  <c:v>3190.589557794313</c:v>
                </c:pt>
                <c:pt idx="27">
                  <c:v>3308.7512449852998</c:v>
                </c:pt>
                <c:pt idx="28">
                  <c:v>3426.9129321762866</c:v>
                </c:pt>
                <c:pt idx="29">
                  <c:v>3545.804074552708</c:v>
                </c:pt>
                <c:pt idx="30">
                  <c:v>3664.695216929129</c:v>
                </c:pt>
                <c:pt idx="31">
                  <c:v>3783.58635930555</c:v>
                </c:pt>
                <c:pt idx="32">
                  <c:v>3902.4775016819713</c:v>
                </c:pt>
                <c:pt idx="33">
                  <c:v>4021.3686440583924</c:v>
                </c:pt>
                <c:pt idx="34">
                  <c:v>4140.259786434814</c:v>
                </c:pt>
                <c:pt idx="35">
                  <c:v>4259.150928811235</c:v>
                </c:pt>
                <c:pt idx="36">
                  <c:v>4378.042071187656</c:v>
                </c:pt>
                <c:pt idx="37">
                  <c:v>4496.933213564077</c:v>
                </c:pt>
                <c:pt idx="38">
                  <c:v>4615.824355940498</c:v>
                </c:pt>
                <c:pt idx="39">
                  <c:v>4734.715498316919</c:v>
                </c:pt>
                <c:pt idx="40">
                  <c:v>4854.755676892626</c:v>
                </c:pt>
                <c:pt idx="41">
                  <c:v>4974.795855468333</c:v>
                </c:pt>
                <c:pt idx="42">
                  <c:v>5094.8360340440395</c:v>
                </c:pt>
                <c:pt idx="43">
                  <c:v>5214.876212619746</c:v>
                </c:pt>
                <c:pt idx="44">
                  <c:v>5334.916391195453</c:v>
                </c:pt>
                <c:pt idx="45">
                  <c:v>5454.95656977116</c:v>
                </c:pt>
                <c:pt idx="46">
                  <c:v>5574.996748346866</c:v>
                </c:pt>
                <c:pt idx="47">
                  <c:v>5700.375181302437</c:v>
                </c:pt>
                <c:pt idx="48">
                  <c:v>5825.753614258008</c:v>
                </c:pt>
                <c:pt idx="49">
                  <c:v>5951.132047213579</c:v>
                </c:pt>
                <c:pt idx="50">
                  <c:v>6076.5104801691505</c:v>
                </c:pt>
                <c:pt idx="51">
                  <c:v>6201.8889131247215</c:v>
                </c:pt>
                <c:pt idx="52">
                  <c:v>6328.7393324009345</c:v>
                </c:pt>
                <c:pt idx="53">
                  <c:v>6455.589751677147</c:v>
                </c:pt>
                <c:pt idx="54">
                  <c:v>6582.44017095336</c:v>
                </c:pt>
                <c:pt idx="55">
                  <c:v>6709.290590229573</c:v>
                </c:pt>
                <c:pt idx="56">
                  <c:v>6836.141009505786</c:v>
                </c:pt>
                <c:pt idx="57">
                  <c:v>6962.991428781999</c:v>
                </c:pt>
                <c:pt idx="58">
                  <c:v>7089.841848058212</c:v>
                </c:pt>
                <c:pt idx="59">
                  <c:v>7216.692267334425</c:v>
                </c:pt>
                <c:pt idx="60">
                  <c:v>7343.542686610638</c:v>
                </c:pt>
                <c:pt idx="61">
                  <c:v>7470.393105886851</c:v>
                </c:pt>
                <c:pt idx="62">
                  <c:v>7597.243525163064</c:v>
                </c:pt>
                <c:pt idx="63">
                  <c:v>7724.093944439277</c:v>
                </c:pt>
                <c:pt idx="64">
                  <c:v>7850.94436371549</c:v>
                </c:pt>
                <c:pt idx="65">
                  <c:v>7977.794782991703</c:v>
                </c:pt>
                <c:pt idx="66">
                  <c:v>8104.645202267916</c:v>
                </c:pt>
                <c:pt idx="67">
                  <c:v>8231.495621544129</c:v>
                </c:pt>
                <c:pt idx="68">
                  <c:v>8358.346040820343</c:v>
                </c:pt>
                <c:pt idx="69">
                  <c:v>8485.196460096557</c:v>
                </c:pt>
                <c:pt idx="70">
                  <c:v>8612.04687937277</c:v>
                </c:pt>
                <c:pt idx="71">
                  <c:v>8738.897298648984</c:v>
                </c:pt>
                <c:pt idx="72">
                  <c:v>8865.747717925198</c:v>
                </c:pt>
                <c:pt idx="73">
                  <c:v>8992.598137201412</c:v>
                </c:pt>
                <c:pt idx="74">
                  <c:v>9119.448556477626</c:v>
                </c:pt>
                <c:pt idx="75">
                  <c:v>9246.29897575384</c:v>
                </c:pt>
                <c:pt idx="76">
                  <c:v>9373.149395030054</c:v>
                </c:pt>
                <c:pt idx="77">
                  <c:v>9499.999814306268</c:v>
                </c:pt>
                <c:pt idx="78">
                  <c:v>9626.850233582481</c:v>
                </c:pt>
                <c:pt idx="79">
                  <c:v>9753.700652858695</c:v>
                </c:pt>
                <c:pt idx="80">
                  <c:v>9880.55107213491</c:v>
                </c:pt>
                <c:pt idx="81">
                  <c:v>10007.401491411123</c:v>
                </c:pt>
                <c:pt idx="82">
                  <c:v>10134.251910687337</c:v>
                </c:pt>
                <c:pt idx="83">
                  <c:v>10261.10232996355</c:v>
                </c:pt>
                <c:pt idx="84">
                  <c:v>10387.952749239765</c:v>
                </c:pt>
                <c:pt idx="85">
                  <c:v>10514.803168515979</c:v>
                </c:pt>
                <c:pt idx="86">
                  <c:v>10641.653587792192</c:v>
                </c:pt>
                <c:pt idx="87">
                  <c:v>10768.504007068406</c:v>
                </c:pt>
                <c:pt idx="88">
                  <c:v>10892.752366747403</c:v>
                </c:pt>
                <c:pt idx="89">
                  <c:v>11017.0007264264</c:v>
                </c:pt>
                <c:pt idx="90">
                  <c:v>11141.249086105398</c:v>
                </c:pt>
                <c:pt idx="91">
                  <c:v>11265.497445784395</c:v>
                </c:pt>
                <c:pt idx="92">
                  <c:v>11389.745805463392</c:v>
                </c:pt>
                <c:pt idx="93">
                  <c:v>11513.994165142389</c:v>
                </c:pt>
                <c:pt idx="94">
                  <c:v>11638.242524821386</c:v>
                </c:pt>
                <c:pt idx="95">
                  <c:v>11762.490884500383</c:v>
                </c:pt>
                <c:pt idx="96">
                  <c:v>11886.73924417938</c:v>
                </c:pt>
                <c:pt idx="97">
                  <c:v>12010.987603858377</c:v>
                </c:pt>
                <c:pt idx="98">
                  <c:v>12135.235963537374</c:v>
                </c:pt>
                <c:pt idx="99">
                  <c:v>12259.484323216371</c:v>
                </c:pt>
                <c:pt idx="100">
                  <c:v>12383.732682895368</c:v>
                </c:pt>
                <c:pt idx="101">
                  <c:v>12507.981042574365</c:v>
                </c:pt>
                <c:pt idx="102">
                  <c:v>12632.229402253362</c:v>
                </c:pt>
                <c:pt idx="103">
                  <c:v>12756.47776193236</c:v>
                </c:pt>
                <c:pt idx="104">
                  <c:v>12880.726121611357</c:v>
                </c:pt>
                <c:pt idx="105">
                  <c:v>13004.974481290354</c:v>
                </c:pt>
                <c:pt idx="106">
                  <c:v>13129.22284096935</c:v>
                </c:pt>
                <c:pt idx="107">
                  <c:v>13253.471200648348</c:v>
                </c:pt>
                <c:pt idx="108">
                  <c:v>13377.719560327345</c:v>
                </c:pt>
                <c:pt idx="109">
                  <c:v>13501.967920006342</c:v>
                </c:pt>
                <c:pt idx="110">
                  <c:v>13626.216279685339</c:v>
                </c:pt>
                <c:pt idx="111">
                  <c:v>13750.464639364336</c:v>
                </c:pt>
                <c:pt idx="112">
                  <c:v>13874.712999043333</c:v>
                </c:pt>
                <c:pt idx="113">
                  <c:v>13998.96135872233</c:v>
                </c:pt>
                <c:pt idx="114">
                  <c:v>14123.209718401327</c:v>
                </c:pt>
                <c:pt idx="115">
                  <c:v>14247.458078080324</c:v>
                </c:pt>
                <c:pt idx="116">
                  <c:v>14371.706437759321</c:v>
                </c:pt>
                <c:pt idx="117">
                  <c:v>14495.954797438319</c:v>
                </c:pt>
                <c:pt idx="118">
                  <c:v>14620.203157117316</c:v>
                </c:pt>
                <c:pt idx="119">
                  <c:v>14744.451516796313</c:v>
                </c:pt>
                <c:pt idx="120">
                  <c:v>14868.69987647531</c:v>
                </c:pt>
                <c:pt idx="121">
                  <c:v>14992.948236154307</c:v>
                </c:pt>
                <c:pt idx="122">
                  <c:v>15117.196595833304</c:v>
                </c:pt>
                <c:pt idx="123">
                  <c:v>15243.496434153252</c:v>
                </c:pt>
                <c:pt idx="124">
                  <c:v>15369.7962724732</c:v>
                </c:pt>
                <c:pt idx="125">
                  <c:v>15495.639690357797</c:v>
                </c:pt>
                <c:pt idx="126">
                  <c:v>15621.483108242393</c:v>
                </c:pt>
                <c:pt idx="127">
                  <c:v>15747.658903091233</c:v>
                </c:pt>
                <c:pt idx="128">
                  <c:v>15872.630008566086</c:v>
                </c:pt>
                <c:pt idx="129">
                  <c:v>15997.60111404094</c:v>
                </c:pt>
                <c:pt idx="130">
                  <c:v>16122.572219515792</c:v>
                </c:pt>
                <c:pt idx="131">
                  <c:v>16247.543324990645</c:v>
                </c:pt>
                <c:pt idx="132">
                  <c:v>16372.514430465499</c:v>
                </c:pt>
                <c:pt idx="133">
                  <c:v>16497.485535940352</c:v>
                </c:pt>
                <c:pt idx="134">
                  <c:v>16622.456641415207</c:v>
                </c:pt>
                <c:pt idx="135">
                  <c:v>16746.07086777054</c:v>
                </c:pt>
                <c:pt idx="136">
                  <c:v>16871.283535259132</c:v>
                </c:pt>
                <c:pt idx="137">
                  <c:v>16996.496202747723</c:v>
                </c:pt>
                <c:pt idx="138">
                  <c:v>17121.708870236314</c:v>
                </c:pt>
                <c:pt idx="139">
                  <c:v>17246.921537724906</c:v>
                </c:pt>
                <c:pt idx="140">
                  <c:v>17372.134205213497</c:v>
                </c:pt>
                <c:pt idx="141">
                  <c:v>17497.346872702088</c:v>
                </c:pt>
                <c:pt idx="142">
                  <c:v>17622.55954019068</c:v>
                </c:pt>
                <c:pt idx="143">
                  <c:v>17744.965173421544</c:v>
                </c:pt>
                <c:pt idx="144">
                  <c:v>17867.37080665241</c:v>
                </c:pt>
                <c:pt idx="145">
                  <c:v>17989.776439883273</c:v>
                </c:pt>
                <c:pt idx="146">
                  <c:v>18112.182073114138</c:v>
                </c:pt>
                <c:pt idx="147">
                  <c:v>18234.587706345003</c:v>
                </c:pt>
                <c:pt idx="148">
                  <c:v>18356.993339575867</c:v>
                </c:pt>
                <c:pt idx="149">
                  <c:v>18481.02839306073</c:v>
                </c:pt>
                <c:pt idx="150">
                  <c:v>18604.896254449435</c:v>
                </c:pt>
                <c:pt idx="151">
                  <c:v>18728.76411583814</c:v>
                </c:pt>
                <c:pt idx="152">
                  <c:v>18852.631977226847</c:v>
                </c:pt>
                <c:pt idx="153">
                  <c:v>18974.539682936065</c:v>
                </c:pt>
                <c:pt idx="154">
                  <c:v>19095.976287643316</c:v>
                </c:pt>
                <c:pt idx="155">
                  <c:v>19217.412892350567</c:v>
                </c:pt>
                <c:pt idx="156">
                  <c:v>19338.849497057818</c:v>
                </c:pt>
                <c:pt idx="157">
                  <c:v>19460.28610176507</c:v>
                </c:pt>
                <c:pt idx="158">
                  <c:v>19581.72270647232</c:v>
                </c:pt>
                <c:pt idx="159">
                  <c:v>19703.15931117957</c:v>
                </c:pt>
                <c:pt idx="160">
                  <c:v>19824.59591588682</c:v>
                </c:pt>
                <c:pt idx="161">
                  <c:v>19946.03252059407</c:v>
                </c:pt>
                <c:pt idx="162">
                  <c:v>20067.469125301322</c:v>
                </c:pt>
                <c:pt idx="163">
                  <c:v>20188.905730008573</c:v>
                </c:pt>
                <c:pt idx="164">
                  <c:v>20310.342334715824</c:v>
                </c:pt>
                <c:pt idx="165">
                  <c:v>20431.778939423075</c:v>
                </c:pt>
                <c:pt idx="166">
                  <c:v>20553.215544130326</c:v>
                </c:pt>
                <c:pt idx="167">
                  <c:v>20674.652148837577</c:v>
                </c:pt>
                <c:pt idx="168">
                  <c:v>20796.088753544827</c:v>
                </c:pt>
                <c:pt idx="169">
                  <c:v>20917.525358252078</c:v>
                </c:pt>
                <c:pt idx="170">
                  <c:v>21038.96196295933</c:v>
                </c:pt>
                <c:pt idx="171">
                  <c:v>21160.39856766658</c:v>
                </c:pt>
                <c:pt idx="172">
                  <c:v>21281.83517237383</c:v>
                </c:pt>
                <c:pt idx="173">
                  <c:v>21403.27177708108</c:v>
                </c:pt>
                <c:pt idx="174">
                  <c:v>21524.708381788332</c:v>
                </c:pt>
                <c:pt idx="175">
                  <c:v>21646.144986495583</c:v>
                </c:pt>
                <c:pt idx="176">
                  <c:v>21767.581591202834</c:v>
                </c:pt>
                <c:pt idx="177">
                  <c:v>21889.018195910085</c:v>
                </c:pt>
                <c:pt idx="178">
                  <c:v>22010.454800617335</c:v>
                </c:pt>
                <c:pt idx="179">
                  <c:v>22131.891405324586</c:v>
                </c:pt>
                <c:pt idx="180">
                  <c:v>22253.328010031837</c:v>
                </c:pt>
                <c:pt idx="181">
                  <c:v>22374.764614739088</c:v>
                </c:pt>
                <c:pt idx="182">
                  <c:v>22496.20121944634</c:v>
                </c:pt>
                <c:pt idx="183">
                  <c:v>22619.762997541715</c:v>
                </c:pt>
                <c:pt idx="184">
                  <c:v>22743.477812721267</c:v>
                </c:pt>
                <c:pt idx="185">
                  <c:v>22867.19262790082</c:v>
                </c:pt>
                <c:pt idx="186">
                  <c:v>22990.90744308037</c:v>
                </c:pt>
                <c:pt idx="187">
                  <c:v>23114.622258259922</c:v>
                </c:pt>
                <c:pt idx="188">
                  <c:v>23238.337073439474</c:v>
                </c:pt>
                <c:pt idx="189">
                  <c:v>23362.051888619026</c:v>
                </c:pt>
                <c:pt idx="190">
                  <c:v>23485.766703798578</c:v>
                </c:pt>
                <c:pt idx="191">
                  <c:v>23609.48151897813</c:v>
                </c:pt>
                <c:pt idx="192">
                  <c:v>23733.19633415768</c:v>
                </c:pt>
                <c:pt idx="193">
                  <c:v>23856.911149337233</c:v>
                </c:pt>
                <c:pt idx="194">
                  <c:v>23980.625964516785</c:v>
                </c:pt>
                <c:pt idx="195">
                  <c:v>24104.340779696337</c:v>
                </c:pt>
                <c:pt idx="196">
                  <c:v>24228.05559487589</c:v>
                </c:pt>
                <c:pt idx="197">
                  <c:v>24351.77041005544</c:v>
                </c:pt>
                <c:pt idx="198">
                  <c:v>24475.485225234992</c:v>
                </c:pt>
                <c:pt idx="199">
                  <c:v>24597.457697244816</c:v>
                </c:pt>
                <c:pt idx="200">
                  <c:v>24721.861921278232</c:v>
                </c:pt>
                <c:pt idx="201">
                  <c:v>24842.276398802154</c:v>
                </c:pt>
                <c:pt idx="202">
                  <c:v>24962.690876326076</c:v>
                </c:pt>
                <c:pt idx="203">
                  <c:v>25083.10535385</c:v>
                </c:pt>
                <c:pt idx="204">
                  <c:v>25203.51983137392</c:v>
                </c:pt>
                <c:pt idx="205">
                  <c:v>25323.934308897842</c:v>
                </c:pt>
                <c:pt idx="206">
                  <c:v>25444.348786421764</c:v>
                </c:pt>
                <c:pt idx="207">
                  <c:v>25564.763263945686</c:v>
                </c:pt>
                <c:pt idx="208">
                  <c:v>25685.177741469608</c:v>
                </c:pt>
                <c:pt idx="209">
                  <c:v>25805.59221899353</c:v>
                </c:pt>
                <c:pt idx="210">
                  <c:v>25926.006696517452</c:v>
                </c:pt>
                <c:pt idx="211">
                  <c:v>26046.421174041374</c:v>
                </c:pt>
                <c:pt idx="212">
                  <c:v>26168.129287090233</c:v>
                </c:pt>
                <c:pt idx="213">
                  <c:v>26289.83740013909</c:v>
                </c:pt>
                <c:pt idx="214">
                  <c:v>26411.54551318795</c:v>
                </c:pt>
                <c:pt idx="215">
                  <c:v>26533.25362623681</c:v>
                </c:pt>
                <c:pt idx="216">
                  <c:v>26654.961739285667</c:v>
                </c:pt>
                <c:pt idx="217">
                  <c:v>26776.669852334526</c:v>
                </c:pt>
                <c:pt idx="218">
                  <c:v>26898.377965383384</c:v>
                </c:pt>
                <c:pt idx="219">
                  <c:v>27020.388592282427</c:v>
                </c:pt>
                <c:pt idx="220">
                  <c:v>27143.639707009967</c:v>
                </c:pt>
                <c:pt idx="221">
                  <c:v>27265.139917797325</c:v>
                </c:pt>
                <c:pt idx="222">
                  <c:v>27386.640128584684</c:v>
                </c:pt>
                <c:pt idx="223">
                  <c:v>27508.140339372043</c:v>
                </c:pt>
                <c:pt idx="224">
                  <c:v>27630.801159131566</c:v>
                </c:pt>
                <c:pt idx="225">
                  <c:v>27753.46197889109</c:v>
                </c:pt>
                <c:pt idx="226">
                  <c:v>27876.122798650613</c:v>
                </c:pt>
                <c:pt idx="227">
                  <c:v>27998.783618410136</c:v>
                </c:pt>
                <c:pt idx="228">
                  <c:v>28123.299124469104</c:v>
                </c:pt>
                <c:pt idx="229">
                  <c:v>28247.81463052807</c:v>
                </c:pt>
                <c:pt idx="230">
                  <c:v>28372.33013658704</c:v>
                </c:pt>
                <c:pt idx="231">
                  <c:v>28496.845642646007</c:v>
                </c:pt>
                <c:pt idx="232">
                  <c:v>28621.361148704975</c:v>
                </c:pt>
                <c:pt idx="233">
                  <c:v>28745.876654763942</c:v>
                </c:pt>
                <c:pt idx="234">
                  <c:v>28870.39216082291</c:v>
                </c:pt>
                <c:pt idx="235">
                  <c:v>28994.907666881878</c:v>
                </c:pt>
                <c:pt idx="236">
                  <c:v>29119.423172940846</c:v>
                </c:pt>
                <c:pt idx="237">
                  <c:v>29243.938678999813</c:v>
                </c:pt>
                <c:pt idx="238">
                  <c:v>29368.45418505878</c:v>
                </c:pt>
                <c:pt idx="239">
                  <c:v>29492.96969111775</c:v>
                </c:pt>
                <c:pt idx="240">
                  <c:v>29617.485197176717</c:v>
                </c:pt>
                <c:pt idx="241">
                  <c:v>29742.000703235684</c:v>
                </c:pt>
                <c:pt idx="242">
                  <c:v>29866.516209294652</c:v>
                </c:pt>
                <c:pt idx="243">
                  <c:v>29991.03171535362</c:v>
                </c:pt>
                <c:pt idx="244">
                  <c:v>30115.547221412588</c:v>
                </c:pt>
                <c:pt idx="245">
                  <c:v>30240.062727471555</c:v>
                </c:pt>
                <c:pt idx="246">
                  <c:v>30364.578233530523</c:v>
                </c:pt>
                <c:pt idx="247">
                  <c:v>30489.09373958949</c:v>
                </c:pt>
                <c:pt idx="248">
                  <c:v>30613.60924564846</c:v>
                </c:pt>
                <c:pt idx="249">
                  <c:v>30738.124751707426</c:v>
                </c:pt>
                <c:pt idx="250">
                  <c:v>30862.640257766394</c:v>
                </c:pt>
                <c:pt idx="251">
                  <c:v>30987.15576382536</c:v>
                </c:pt>
                <c:pt idx="252">
                  <c:v>31111.67126988433</c:v>
                </c:pt>
                <c:pt idx="253">
                  <c:v>31236.186775943297</c:v>
                </c:pt>
                <c:pt idx="254">
                  <c:v>31360.702282002265</c:v>
                </c:pt>
                <c:pt idx="255">
                  <c:v>31485.217788061233</c:v>
                </c:pt>
                <c:pt idx="256">
                  <c:v>31609.7332941202</c:v>
                </c:pt>
                <c:pt idx="257">
                  <c:v>31734.248800179168</c:v>
                </c:pt>
                <c:pt idx="258">
                  <c:v>31858.764306238136</c:v>
                </c:pt>
                <c:pt idx="259">
                  <c:v>31983.279812297103</c:v>
                </c:pt>
                <c:pt idx="260">
                  <c:v>32107.79531835607</c:v>
                </c:pt>
                <c:pt idx="261">
                  <c:v>32232.31082441504</c:v>
                </c:pt>
                <c:pt idx="262">
                  <c:v>32356.826330474007</c:v>
                </c:pt>
                <c:pt idx="263">
                  <c:v>32481.341836532974</c:v>
                </c:pt>
                <c:pt idx="264">
                  <c:v>32605.857342591942</c:v>
                </c:pt>
                <c:pt idx="265">
                  <c:v>32730.37284865091</c:v>
                </c:pt>
                <c:pt idx="266">
                  <c:v>32854.888354709874</c:v>
                </c:pt>
                <c:pt idx="267">
                  <c:v>32979.40386076884</c:v>
                </c:pt>
                <c:pt idx="268">
                  <c:v>33109.47312365786</c:v>
                </c:pt>
                <c:pt idx="269">
                  <c:v>33239.54238654688</c:v>
                </c:pt>
                <c:pt idx="270">
                  <c:v>33369.611649435894</c:v>
                </c:pt>
                <c:pt idx="271">
                  <c:v>33499.68091232491</c:v>
                </c:pt>
                <c:pt idx="272">
                  <c:v>33629.75017521393</c:v>
                </c:pt>
                <c:pt idx="273">
                  <c:v>33759.819438102946</c:v>
                </c:pt>
                <c:pt idx="274">
                  <c:v>33889.88870099196</c:v>
                </c:pt>
                <c:pt idx="275">
                  <c:v>34019.95796388098</c:v>
                </c:pt>
                <c:pt idx="276">
                  <c:v>34150.02722677</c:v>
                </c:pt>
                <c:pt idx="277">
                  <c:v>34280.096489659016</c:v>
                </c:pt>
                <c:pt idx="278">
                  <c:v>34410.16575254803</c:v>
                </c:pt>
                <c:pt idx="279">
                  <c:v>34540.23501543705</c:v>
                </c:pt>
                <c:pt idx="280">
                  <c:v>34670.30427832607</c:v>
                </c:pt>
                <c:pt idx="281">
                  <c:v>34800.373541215085</c:v>
                </c:pt>
                <c:pt idx="282">
                  <c:v>34930.4428041041</c:v>
                </c:pt>
                <c:pt idx="283">
                  <c:v>35060.51206699312</c:v>
                </c:pt>
                <c:pt idx="284">
                  <c:v>35190.58132988214</c:v>
                </c:pt>
                <c:pt idx="285">
                  <c:v>35320.650592771155</c:v>
                </c:pt>
                <c:pt idx="286">
                  <c:v>35450.71985566017</c:v>
                </c:pt>
                <c:pt idx="287">
                  <c:v>35580.78911854919</c:v>
                </c:pt>
                <c:pt idx="288">
                  <c:v>35710.85838143821</c:v>
                </c:pt>
                <c:pt idx="289">
                  <c:v>35840.927644327225</c:v>
                </c:pt>
                <c:pt idx="290">
                  <c:v>35970.99690721624</c:v>
                </c:pt>
                <c:pt idx="291">
                  <c:v>36101.06617010526</c:v>
                </c:pt>
                <c:pt idx="292">
                  <c:v>36231.13543299428</c:v>
                </c:pt>
                <c:pt idx="293">
                  <c:v>36361.204695883294</c:v>
                </c:pt>
                <c:pt idx="294">
                  <c:v>36491.27395877231</c:v>
                </c:pt>
                <c:pt idx="295">
                  <c:v>36621.34322166133</c:v>
                </c:pt>
                <c:pt idx="296">
                  <c:v>36751.41248455035</c:v>
                </c:pt>
                <c:pt idx="297">
                  <c:v>36881.481747439364</c:v>
                </c:pt>
                <c:pt idx="298">
                  <c:v>37011.55101032838</c:v>
                </c:pt>
                <c:pt idx="299">
                  <c:v>37141.6202732174</c:v>
                </c:pt>
                <c:pt idx="300">
                  <c:v>37271.689536106416</c:v>
                </c:pt>
                <c:pt idx="301">
                  <c:v>37401.75879899543</c:v>
                </c:pt>
                <c:pt idx="302">
                  <c:v>37531.82806188445</c:v>
                </c:pt>
                <c:pt idx="303">
                  <c:v>37661.89732477347</c:v>
                </c:pt>
                <c:pt idx="304">
                  <c:v>37791.966587662486</c:v>
                </c:pt>
                <c:pt idx="305">
                  <c:v>37922.0358505515</c:v>
                </c:pt>
                <c:pt idx="306">
                  <c:v>38052.10511344052</c:v>
                </c:pt>
                <c:pt idx="307">
                  <c:v>38182.17437632954</c:v>
                </c:pt>
                <c:pt idx="308">
                  <c:v>38312.243639218555</c:v>
                </c:pt>
                <c:pt idx="309">
                  <c:v>38442.31290210757</c:v>
                </c:pt>
                <c:pt idx="310">
                  <c:v>38572.38216499659</c:v>
                </c:pt>
                <c:pt idx="311">
                  <c:v>38702.45142788561</c:v>
                </c:pt>
                <c:pt idx="312">
                  <c:v>38832.520690774625</c:v>
                </c:pt>
                <c:pt idx="313">
                  <c:v>38962.58995366364</c:v>
                </c:pt>
                <c:pt idx="314">
                  <c:v>39092.65921655266</c:v>
                </c:pt>
                <c:pt idx="315">
                  <c:v>39222.72847944168</c:v>
                </c:pt>
                <c:pt idx="316">
                  <c:v>39352.797742330695</c:v>
                </c:pt>
                <c:pt idx="317">
                  <c:v>39482.86700521971</c:v>
                </c:pt>
                <c:pt idx="318">
                  <c:v>39612.93626810873</c:v>
                </c:pt>
                <c:pt idx="319">
                  <c:v>39743.00553099775</c:v>
                </c:pt>
                <c:pt idx="320">
                  <c:v>39873.074793886764</c:v>
                </c:pt>
                <c:pt idx="321">
                  <c:v>40003.14405677578</c:v>
                </c:pt>
                <c:pt idx="322">
                  <c:v>40133.2133196648</c:v>
                </c:pt>
                <c:pt idx="323">
                  <c:v>40263.28258255382</c:v>
                </c:pt>
                <c:pt idx="324">
                  <c:v>40393.351845442834</c:v>
                </c:pt>
                <c:pt idx="325">
                  <c:v>40523.42110833185</c:v>
                </c:pt>
                <c:pt idx="326">
                  <c:v>40653.49037122087</c:v>
                </c:pt>
                <c:pt idx="327">
                  <c:v>40783.559634109886</c:v>
                </c:pt>
                <c:pt idx="328">
                  <c:v>40913.628896998904</c:v>
                </c:pt>
                <c:pt idx="329">
                  <c:v>41043.69815988792</c:v>
                </c:pt>
                <c:pt idx="330">
                  <c:v>41173.76742277694</c:v>
                </c:pt>
                <c:pt idx="331">
                  <c:v>41303.836685665956</c:v>
                </c:pt>
                <c:pt idx="332">
                  <c:v>41433.90594855497</c:v>
                </c:pt>
                <c:pt idx="333">
                  <c:v>41563.97521144399</c:v>
                </c:pt>
                <c:pt idx="334">
                  <c:v>41694.04447433301</c:v>
                </c:pt>
                <c:pt idx="335">
                  <c:v>41824.113737222026</c:v>
                </c:pt>
                <c:pt idx="336">
                  <c:v>41954.18300011104</c:v>
                </c:pt>
                <c:pt idx="337">
                  <c:v>42084.25226300006</c:v>
                </c:pt>
                <c:pt idx="338">
                  <c:v>42214.32152588908</c:v>
                </c:pt>
                <c:pt idx="339">
                  <c:v>42344.390788778095</c:v>
                </c:pt>
                <c:pt idx="340">
                  <c:v>42474.46005166711</c:v>
                </c:pt>
                <c:pt idx="341">
                  <c:v>42604.16139581992</c:v>
                </c:pt>
                <c:pt idx="342">
                  <c:v>42733.862739972734</c:v>
                </c:pt>
                <c:pt idx="343">
                  <c:v>42863.564084125544</c:v>
                </c:pt>
                <c:pt idx="344">
                  <c:v>42993.265428278355</c:v>
                </c:pt>
                <c:pt idx="345">
                  <c:v>43122.966772431166</c:v>
                </c:pt>
                <c:pt idx="346">
                  <c:v>43252.66811658398</c:v>
                </c:pt>
                <c:pt idx="347">
                  <c:v>43383.33694188015</c:v>
                </c:pt>
                <c:pt idx="348">
                  <c:v>43514.00576717633</c:v>
                </c:pt>
                <c:pt idx="349">
                  <c:v>43644.674592472504</c:v>
                </c:pt>
                <c:pt idx="350">
                  <c:v>43775.34341776868</c:v>
                </c:pt>
                <c:pt idx="351">
                  <c:v>43906.012243064855</c:v>
                </c:pt>
                <c:pt idx="352">
                  <c:v>44036.68106836103</c:v>
                </c:pt>
                <c:pt idx="353">
                  <c:v>44167.34989365721</c:v>
                </c:pt>
                <c:pt idx="354">
                  <c:v>44298.01871895338</c:v>
                </c:pt>
                <c:pt idx="355">
                  <c:v>44426.83055280424</c:v>
                </c:pt>
                <c:pt idx="356">
                  <c:v>44555.6423866551</c:v>
                </c:pt>
                <c:pt idx="357">
                  <c:v>44684.454220505955</c:v>
                </c:pt>
                <c:pt idx="358">
                  <c:v>44813.26605435681</c:v>
                </c:pt>
                <c:pt idx="359">
                  <c:v>44942.07788820767</c:v>
                </c:pt>
                <c:pt idx="360">
                  <c:v>45070.88972205853</c:v>
                </c:pt>
                <c:pt idx="361">
                  <c:v>45199.701555909385</c:v>
                </c:pt>
                <c:pt idx="362">
                  <c:v>45328.51338976024</c:v>
                </c:pt>
                <c:pt idx="363">
                  <c:v>45455.81290818595</c:v>
                </c:pt>
                <c:pt idx="364">
                  <c:v>45588.486706941505</c:v>
                </c:pt>
                <c:pt idx="365">
                  <c:v>45723.10292465897</c:v>
                </c:pt>
                <c:pt idx="366">
                  <c:v>45857.71914237643</c:v>
                </c:pt>
                <c:pt idx="367">
                  <c:v>45992.33536009389</c:v>
                </c:pt>
                <c:pt idx="368">
                  <c:v>46126.95157781136</c:v>
                </c:pt>
                <c:pt idx="369">
                  <c:v>46261.56779552882</c:v>
                </c:pt>
                <c:pt idx="370">
                  <c:v>46396.18401324628</c:v>
                </c:pt>
                <c:pt idx="371">
                  <c:v>46530.800230963745</c:v>
                </c:pt>
                <c:pt idx="372">
                  <c:v>46665.41644868121</c:v>
                </c:pt>
                <c:pt idx="373">
                  <c:v>46800.03266639867</c:v>
                </c:pt>
                <c:pt idx="374">
                  <c:v>46934.64888411613</c:v>
                </c:pt>
                <c:pt idx="375">
                  <c:v>47069.2651018336</c:v>
                </c:pt>
                <c:pt idx="376">
                  <c:v>47203.88131955106</c:v>
                </c:pt>
                <c:pt idx="377">
                  <c:v>47338.49753726852</c:v>
                </c:pt>
                <c:pt idx="378">
                  <c:v>47473.113754985985</c:v>
                </c:pt>
                <c:pt idx="379">
                  <c:v>47609.25512074084</c:v>
                </c:pt>
                <c:pt idx="380">
                  <c:v>47745.396486495694</c:v>
                </c:pt>
                <c:pt idx="381">
                  <c:v>47881.53785225055</c:v>
                </c:pt>
                <c:pt idx="382">
                  <c:v>48017.6792180054</c:v>
                </c:pt>
                <c:pt idx="383">
                  <c:v>48153.82058376026</c:v>
                </c:pt>
                <c:pt idx="384">
                  <c:v>48289.96194951511</c:v>
                </c:pt>
                <c:pt idx="385">
                  <c:v>48426.10331526997</c:v>
                </c:pt>
                <c:pt idx="386">
                  <c:v>48562.24468102482</c:v>
                </c:pt>
                <c:pt idx="387">
                  <c:v>48695.96229986323</c:v>
                </c:pt>
                <c:pt idx="388">
                  <c:v>48829.679918701644</c:v>
                </c:pt>
                <c:pt idx="389">
                  <c:v>48963.397537540055</c:v>
                </c:pt>
                <c:pt idx="390">
                  <c:v>49097.115156378466</c:v>
                </c:pt>
                <c:pt idx="391">
                  <c:v>49231.40834635963</c:v>
                </c:pt>
                <c:pt idx="392">
                  <c:v>49365.7015363408</c:v>
                </c:pt>
                <c:pt idx="393">
                  <c:v>49499.994726321966</c:v>
                </c:pt>
                <c:pt idx="394">
                  <c:v>49634.28791630313</c:v>
                </c:pt>
                <c:pt idx="395">
                  <c:v>49768.5811062843</c:v>
                </c:pt>
                <c:pt idx="396">
                  <c:v>49902.874296265465</c:v>
                </c:pt>
                <c:pt idx="397">
                  <c:v>50033.9456881407</c:v>
                </c:pt>
                <c:pt idx="398">
                  <c:v>50165.01708001594</c:v>
                </c:pt>
                <c:pt idx="399">
                  <c:v>50296.08847189118</c:v>
                </c:pt>
                <c:pt idx="400">
                  <c:v>50428.71058045656</c:v>
                </c:pt>
                <c:pt idx="401">
                  <c:v>50561.33268902194</c:v>
                </c:pt>
                <c:pt idx="402">
                  <c:v>50693.95479758732</c:v>
                </c:pt>
                <c:pt idx="403">
                  <c:v>50826.5769061527</c:v>
                </c:pt>
                <c:pt idx="404">
                  <c:v>50959.199014718084</c:v>
                </c:pt>
                <c:pt idx="405">
                  <c:v>51091.821123283466</c:v>
                </c:pt>
                <c:pt idx="406">
                  <c:v>51224.44323184885</c:v>
                </c:pt>
                <c:pt idx="407">
                  <c:v>51357.06534041423</c:v>
                </c:pt>
                <c:pt idx="408">
                  <c:v>51489.68744897961</c:v>
                </c:pt>
                <c:pt idx="409">
                  <c:v>51622.30955754499</c:v>
                </c:pt>
                <c:pt idx="410">
                  <c:v>51754.93166611037</c:v>
                </c:pt>
                <c:pt idx="411">
                  <c:v>51887.553774675755</c:v>
                </c:pt>
                <c:pt idx="412">
                  <c:v>52020.175883241136</c:v>
                </c:pt>
                <c:pt idx="413">
                  <c:v>52152.79799180652</c:v>
                </c:pt>
                <c:pt idx="414">
                  <c:v>52285.4201003719</c:v>
                </c:pt>
                <c:pt idx="415">
                  <c:v>52418.04220893728</c:v>
                </c:pt>
                <c:pt idx="416">
                  <c:v>52550.66431750266</c:v>
                </c:pt>
                <c:pt idx="417">
                  <c:v>52683.28642606804</c:v>
                </c:pt>
                <c:pt idx="418">
                  <c:v>52815.908534633425</c:v>
                </c:pt>
                <c:pt idx="419">
                  <c:v>52948.53064319881</c:v>
                </c:pt>
                <c:pt idx="420">
                  <c:v>53081.15275176419</c:v>
                </c:pt>
                <c:pt idx="421">
                  <c:v>53213.77486032957</c:v>
                </c:pt>
                <c:pt idx="422">
                  <c:v>53346.39696889495</c:v>
                </c:pt>
                <c:pt idx="423">
                  <c:v>53479.01907746033</c:v>
                </c:pt>
                <c:pt idx="424">
                  <c:v>53611.641186025714</c:v>
                </c:pt>
                <c:pt idx="425">
                  <c:v>53744.515210486</c:v>
                </c:pt>
                <c:pt idx="426">
                  <c:v>53877.38923494629</c:v>
                </c:pt>
                <c:pt idx="427">
                  <c:v>54010.26325940658</c:v>
                </c:pt>
                <c:pt idx="428">
                  <c:v>54143.13728386687</c:v>
                </c:pt>
                <c:pt idx="429">
                  <c:v>54276.01130832716</c:v>
                </c:pt>
                <c:pt idx="430">
                  <c:v>54408.885332787446</c:v>
                </c:pt>
                <c:pt idx="431">
                  <c:v>54541.759357247734</c:v>
                </c:pt>
                <c:pt idx="432">
                  <c:v>54674.63338170802</c:v>
                </c:pt>
                <c:pt idx="433">
                  <c:v>54807.50740616831</c:v>
                </c:pt>
                <c:pt idx="434">
                  <c:v>54940.3814306286</c:v>
                </c:pt>
                <c:pt idx="435">
                  <c:v>55073.25545508889</c:v>
                </c:pt>
                <c:pt idx="436">
                  <c:v>55206.12947954918</c:v>
                </c:pt>
                <c:pt idx="437">
                  <c:v>55339.003504009466</c:v>
                </c:pt>
                <c:pt idx="438">
                  <c:v>55471.877528469755</c:v>
                </c:pt>
                <c:pt idx="439">
                  <c:v>55604.75155293004</c:v>
                </c:pt>
                <c:pt idx="440">
                  <c:v>55737.62557739033</c:v>
                </c:pt>
                <c:pt idx="441">
                  <c:v>55870.49960185062</c:v>
                </c:pt>
                <c:pt idx="442">
                  <c:v>56003.37362631091</c:v>
                </c:pt>
                <c:pt idx="443">
                  <c:v>56136.2476507712</c:v>
                </c:pt>
                <c:pt idx="444">
                  <c:v>56269.12167523149</c:v>
                </c:pt>
                <c:pt idx="445">
                  <c:v>56401.995699691775</c:v>
                </c:pt>
                <c:pt idx="446">
                  <c:v>56534.869724152064</c:v>
                </c:pt>
                <c:pt idx="447">
                  <c:v>56667.74374861235</c:v>
                </c:pt>
                <c:pt idx="448">
                  <c:v>56800.61777307264</c:v>
                </c:pt>
                <c:pt idx="449">
                  <c:v>56933.49179753293</c:v>
                </c:pt>
                <c:pt idx="450">
                  <c:v>57066.36582199322</c:v>
                </c:pt>
                <c:pt idx="451">
                  <c:v>57199.23984645351</c:v>
                </c:pt>
                <c:pt idx="452">
                  <c:v>57332.113870913796</c:v>
                </c:pt>
                <c:pt idx="453">
                  <c:v>57464.987895374084</c:v>
                </c:pt>
                <c:pt idx="454">
                  <c:v>57597.86191983437</c:v>
                </c:pt>
                <c:pt idx="455">
                  <c:v>57730.73594429466</c:v>
                </c:pt>
                <c:pt idx="456">
                  <c:v>57863.60996875495</c:v>
                </c:pt>
                <c:pt idx="457">
                  <c:v>57996.48399321524</c:v>
                </c:pt>
                <c:pt idx="458">
                  <c:v>58129.35801767553</c:v>
                </c:pt>
                <c:pt idx="459">
                  <c:v>58262.232042135816</c:v>
                </c:pt>
                <c:pt idx="460">
                  <c:v>58395.106066596105</c:v>
                </c:pt>
                <c:pt idx="461">
                  <c:v>58527.98009105639</c:v>
                </c:pt>
                <c:pt idx="462">
                  <c:v>58660.85411551668</c:v>
                </c:pt>
                <c:pt idx="463">
                  <c:v>58793.72813997697</c:v>
                </c:pt>
                <c:pt idx="464">
                  <c:v>58926.60216443726</c:v>
                </c:pt>
                <c:pt idx="465">
                  <c:v>59059.47618889755</c:v>
                </c:pt>
                <c:pt idx="466">
                  <c:v>59192.35021335784</c:v>
                </c:pt>
                <c:pt idx="467">
                  <c:v>59325.224237818125</c:v>
                </c:pt>
                <c:pt idx="468">
                  <c:v>59458.098262278414</c:v>
                </c:pt>
                <c:pt idx="469">
                  <c:v>59590.9722867387</c:v>
                </c:pt>
                <c:pt idx="470">
                  <c:v>59723.84631119899</c:v>
                </c:pt>
                <c:pt idx="471">
                  <c:v>59856.72033565928</c:v>
                </c:pt>
                <c:pt idx="472">
                  <c:v>59989.59436011957</c:v>
                </c:pt>
                <c:pt idx="473">
                  <c:v>60122.46838457986</c:v>
                </c:pt>
                <c:pt idx="474">
                  <c:v>60255.342409040146</c:v>
                </c:pt>
                <c:pt idx="475">
                  <c:v>60388.216433500435</c:v>
                </c:pt>
                <c:pt idx="476">
                  <c:v>60521.09045796072</c:v>
                </c:pt>
                <c:pt idx="477">
                  <c:v>60655.57621227798</c:v>
                </c:pt>
                <c:pt idx="478">
                  <c:v>60789.738504505614</c:v>
                </c:pt>
                <c:pt idx="479">
                  <c:v>60918.86482472068</c:v>
                </c:pt>
                <c:pt idx="480">
                  <c:v>61046.946909337734</c:v>
                </c:pt>
                <c:pt idx="481">
                  <c:v>61175.02899395479</c:v>
                </c:pt>
                <c:pt idx="482">
                  <c:v>61303.11107857184</c:v>
                </c:pt>
                <c:pt idx="483">
                  <c:v>61432.049244006615</c:v>
                </c:pt>
                <c:pt idx="484">
                  <c:v>61560.98740944139</c:v>
                </c:pt>
                <c:pt idx="485">
                  <c:v>61689.925574876164</c:v>
                </c:pt>
                <c:pt idx="486">
                  <c:v>61818.86374031094</c:v>
                </c:pt>
                <c:pt idx="487">
                  <c:v>61947.80190574571</c:v>
                </c:pt>
                <c:pt idx="488">
                  <c:v>62076.3332535523</c:v>
                </c:pt>
                <c:pt idx="489">
                  <c:v>62204.953252563995</c:v>
                </c:pt>
                <c:pt idx="490">
                  <c:v>62333.57325157569</c:v>
                </c:pt>
                <c:pt idx="491">
                  <c:v>62462.193250587385</c:v>
                </c:pt>
                <c:pt idx="492">
                  <c:v>62590.81324959908</c:v>
                </c:pt>
                <c:pt idx="493">
                  <c:v>62719.433248610774</c:v>
                </c:pt>
                <c:pt idx="494">
                  <c:v>62848.05324762247</c:v>
                </c:pt>
                <c:pt idx="495">
                  <c:v>62976.673246634164</c:v>
                </c:pt>
                <c:pt idx="496">
                  <c:v>63105.29324564586</c:v>
                </c:pt>
                <c:pt idx="497">
                  <c:v>63233.91324465755</c:v>
                </c:pt>
                <c:pt idx="498">
                  <c:v>63362.53324366925</c:v>
                </c:pt>
                <c:pt idx="499">
                  <c:v>63491.15324268094</c:v>
                </c:pt>
                <c:pt idx="500">
                  <c:v>63619.77324169264</c:v>
                </c:pt>
                <c:pt idx="501">
                  <c:v>63748.39324070433</c:v>
                </c:pt>
                <c:pt idx="502">
                  <c:v>63877.01323971603</c:v>
                </c:pt>
                <c:pt idx="503">
                  <c:v>64005.63323872772</c:v>
                </c:pt>
                <c:pt idx="504">
                  <c:v>64134.25323773942</c:v>
                </c:pt>
                <c:pt idx="505">
                  <c:v>64262.87323675111</c:v>
                </c:pt>
                <c:pt idx="506">
                  <c:v>64391.493235762806</c:v>
                </c:pt>
                <c:pt idx="507">
                  <c:v>64520.1132347745</c:v>
                </c:pt>
                <c:pt idx="508">
                  <c:v>64648.896751464046</c:v>
                </c:pt>
                <c:pt idx="509">
                  <c:v>64777.68026815359</c:v>
                </c:pt>
                <c:pt idx="510">
                  <c:v>64906.46378484314</c:v>
                </c:pt>
                <c:pt idx="511">
                  <c:v>65035.24730153268</c:v>
                </c:pt>
                <c:pt idx="512">
                  <c:v>65164.03081822223</c:v>
                </c:pt>
                <c:pt idx="513">
                  <c:v>65292.814334911774</c:v>
                </c:pt>
                <c:pt idx="514">
                  <c:v>65421.59785160132</c:v>
                </c:pt>
                <c:pt idx="515">
                  <c:v>65550.38136829087</c:v>
                </c:pt>
                <c:pt idx="516">
                  <c:v>65675.72241718584</c:v>
                </c:pt>
                <c:pt idx="517">
                  <c:v>65801.06346608081</c:v>
                </c:pt>
                <c:pt idx="518">
                  <c:v>65926.71144857616</c:v>
                </c:pt>
                <c:pt idx="519">
                  <c:v>66052.3594310715</c:v>
                </c:pt>
                <c:pt idx="520">
                  <c:v>66175.7641900056</c:v>
                </c:pt>
                <c:pt idx="521">
                  <c:v>66299.16894893971</c:v>
                </c:pt>
                <c:pt idx="522">
                  <c:v>66422.57370787382</c:v>
                </c:pt>
                <c:pt idx="523">
                  <c:v>66545.97846680792</c:v>
                </c:pt>
                <c:pt idx="524">
                  <c:v>66669.38322574203</c:v>
                </c:pt>
                <c:pt idx="525">
                  <c:v>66792.78798467614</c:v>
                </c:pt>
                <c:pt idx="526">
                  <c:v>66916.19274361024</c:v>
                </c:pt>
                <c:pt idx="527">
                  <c:v>67039.59750254435</c:v>
                </c:pt>
                <c:pt idx="528">
                  <c:v>67163.00226147845</c:v>
                </c:pt>
                <c:pt idx="529">
                  <c:v>67286.40702041256</c:v>
                </c:pt>
                <c:pt idx="530">
                  <c:v>67409.81177934667</c:v>
                </c:pt>
                <c:pt idx="531">
                  <c:v>67533.21653828077</c:v>
                </c:pt>
                <c:pt idx="532">
                  <c:v>67656.62129721488</c:v>
                </c:pt>
                <c:pt idx="533">
                  <c:v>67780.02605614898</c:v>
                </c:pt>
                <c:pt idx="534">
                  <c:v>67903.43081508309</c:v>
                </c:pt>
                <c:pt idx="535">
                  <c:v>68026.8355740172</c:v>
                </c:pt>
                <c:pt idx="536">
                  <c:v>68150.2403329513</c:v>
                </c:pt>
                <c:pt idx="537">
                  <c:v>68273.64509188541</c:v>
                </c:pt>
                <c:pt idx="538">
                  <c:v>68397.04985081952</c:v>
                </c:pt>
                <c:pt idx="539">
                  <c:v>68520.45460975362</c:v>
                </c:pt>
                <c:pt idx="540">
                  <c:v>68643.85936868773</c:v>
                </c:pt>
                <c:pt idx="541">
                  <c:v>68767.26412762183</c:v>
                </c:pt>
                <c:pt idx="542">
                  <c:v>68890.66888655594</c:v>
                </c:pt>
                <c:pt idx="543">
                  <c:v>69014.07364549005</c:v>
                </c:pt>
                <c:pt idx="544">
                  <c:v>69137.47840442415</c:v>
                </c:pt>
                <c:pt idx="545">
                  <c:v>69260.88316335826</c:v>
                </c:pt>
                <c:pt idx="546">
                  <c:v>69384.28792229237</c:v>
                </c:pt>
                <c:pt idx="547">
                  <c:v>69507.69268122647</c:v>
                </c:pt>
                <c:pt idx="548">
                  <c:v>69631.09744016058</c:v>
                </c:pt>
                <c:pt idx="549">
                  <c:v>69754.50219909468</c:v>
                </c:pt>
                <c:pt idx="550">
                  <c:v>69877.90695802879</c:v>
                </c:pt>
                <c:pt idx="551">
                  <c:v>70001.3117169629</c:v>
                </c:pt>
                <c:pt idx="552">
                  <c:v>70124.716475897</c:v>
                </c:pt>
                <c:pt idx="553">
                  <c:v>70248.12123483111</c:v>
                </c:pt>
                <c:pt idx="554">
                  <c:v>70371.52599376522</c:v>
                </c:pt>
                <c:pt idx="555">
                  <c:v>70494.93075269932</c:v>
                </c:pt>
                <c:pt idx="556">
                  <c:v>70618.33551163343</c:v>
                </c:pt>
                <c:pt idx="557">
                  <c:v>70741.74027056753</c:v>
                </c:pt>
                <c:pt idx="558">
                  <c:v>70865.14502950164</c:v>
                </c:pt>
                <c:pt idx="559">
                  <c:v>70988.54978843575</c:v>
                </c:pt>
                <c:pt idx="560">
                  <c:v>71111.95454736985</c:v>
                </c:pt>
                <c:pt idx="561">
                  <c:v>71235.35930630396</c:v>
                </c:pt>
                <c:pt idx="562">
                  <c:v>71358.76406523807</c:v>
                </c:pt>
                <c:pt idx="563">
                  <c:v>71482.16882417217</c:v>
                </c:pt>
                <c:pt idx="564">
                  <c:v>71605.57358310628</c:v>
                </c:pt>
                <c:pt idx="565">
                  <c:v>71728.97834204038</c:v>
                </c:pt>
                <c:pt idx="566">
                  <c:v>71852.38310097449</c:v>
                </c:pt>
                <c:pt idx="567">
                  <c:v>71975.7878599086</c:v>
                </c:pt>
                <c:pt idx="568">
                  <c:v>72099.1926188427</c:v>
                </c:pt>
                <c:pt idx="569">
                  <c:v>72222.59737777681</c:v>
                </c:pt>
                <c:pt idx="570">
                  <c:v>72346.00213671091</c:v>
                </c:pt>
                <c:pt idx="571">
                  <c:v>72469.40689564502</c:v>
                </c:pt>
                <c:pt idx="572">
                  <c:v>72592.81165457913</c:v>
                </c:pt>
                <c:pt idx="573">
                  <c:v>72716.21641351323</c:v>
                </c:pt>
                <c:pt idx="574">
                  <c:v>72839.62117244734</c:v>
                </c:pt>
                <c:pt idx="575">
                  <c:v>72963.02593138145</c:v>
                </c:pt>
                <c:pt idx="576">
                  <c:v>73086.43069031555</c:v>
                </c:pt>
                <c:pt idx="577">
                  <c:v>73209.83544924966</c:v>
                </c:pt>
                <c:pt idx="578">
                  <c:v>73333.24020818376</c:v>
                </c:pt>
                <c:pt idx="579">
                  <c:v>73456.64496711787</c:v>
                </c:pt>
                <c:pt idx="580">
                  <c:v>73580.04972605198</c:v>
                </c:pt>
                <c:pt idx="581">
                  <c:v>73703.45448498608</c:v>
                </c:pt>
                <c:pt idx="582">
                  <c:v>73826.85924392019</c:v>
                </c:pt>
                <c:pt idx="583">
                  <c:v>73950.2640028543</c:v>
                </c:pt>
                <c:pt idx="584">
                  <c:v>74073.6687617884</c:v>
                </c:pt>
                <c:pt idx="585">
                  <c:v>74197.07352072251</c:v>
                </c:pt>
                <c:pt idx="586">
                  <c:v>74320.47827965661</c:v>
                </c:pt>
                <c:pt idx="587">
                  <c:v>74443.88303859072</c:v>
                </c:pt>
                <c:pt idx="588">
                  <c:v>74567.28779752483</c:v>
                </c:pt>
                <c:pt idx="589">
                  <c:v>74690.69255645893</c:v>
                </c:pt>
                <c:pt idx="590">
                  <c:v>74814.09731539304</c:v>
                </c:pt>
                <c:pt idx="591">
                  <c:v>74937.50207432715</c:v>
                </c:pt>
                <c:pt idx="592">
                  <c:v>75060.90683326125</c:v>
                </c:pt>
                <c:pt idx="593">
                  <c:v>75184.31159219536</c:v>
                </c:pt>
                <c:pt idx="594">
                  <c:v>75307.71635112946</c:v>
                </c:pt>
                <c:pt idx="595">
                  <c:v>75431.12111006357</c:v>
                </c:pt>
                <c:pt idx="596">
                  <c:v>75554.52586899768</c:v>
                </c:pt>
                <c:pt idx="597">
                  <c:v>75677.93062793178</c:v>
                </c:pt>
                <c:pt idx="598">
                  <c:v>75801.33538686589</c:v>
                </c:pt>
                <c:pt idx="599">
                  <c:v>75924.7401458</c:v>
                </c:pt>
                <c:pt idx="600">
                  <c:v>76048.1449047341</c:v>
                </c:pt>
                <c:pt idx="601">
                  <c:v>76171.54966366821</c:v>
                </c:pt>
                <c:pt idx="602">
                  <c:v>76294.95442260231</c:v>
                </c:pt>
                <c:pt idx="603">
                  <c:v>76418.35918153642</c:v>
                </c:pt>
                <c:pt idx="604">
                  <c:v>76541.76394047053</c:v>
                </c:pt>
                <c:pt idx="605">
                  <c:v>76665.16869940463</c:v>
                </c:pt>
                <c:pt idx="606">
                  <c:v>76788.57345833874</c:v>
                </c:pt>
                <c:pt idx="607">
                  <c:v>76911.97821727284</c:v>
                </c:pt>
                <c:pt idx="608">
                  <c:v>77035.38297620695</c:v>
                </c:pt>
                <c:pt idx="609">
                  <c:v>77158.78773514106</c:v>
                </c:pt>
                <c:pt idx="610">
                  <c:v>77282.19249407516</c:v>
                </c:pt>
                <c:pt idx="611">
                  <c:v>77405.59725300927</c:v>
                </c:pt>
                <c:pt idx="612">
                  <c:v>77529.00201194338</c:v>
                </c:pt>
                <c:pt idx="613">
                  <c:v>77652.40677087748</c:v>
                </c:pt>
                <c:pt idx="614">
                  <c:v>77775.81152981159</c:v>
                </c:pt>
                <c:pt idx="615">
                  <c:v>77899.2162887457</c:v>
                </c:pt>
                <c:pt idx="616">
                  <c:v>78022.6210476798</c:v>
                </c:pt>
                <c:pt idx="617">
                  <c:v>78146.0258066139</c:v>
                </c:pt>
                <c:pt idx="618">
                  <c:v>78269.43056554801</c:v>
                </c:pt>
                <c:pt idx="619">
                  <c:v>78392.83532448212</c:v>
                </c:pt>
                <c:pt idx="620">
                  <c:v>78516.24008341623</c:v>
                </c:pt>
                <c:pt idx="621">
                  <c:v>78639.64484235033</c:v>
                </c:pt>
                <c:pt idx="622">
                  <c:v>78763.04960128444</c:v>
                </c:pt>
                <c:pt idx="623">
                  <c:v>78886.45436021854</c:v>
                </c:pt>
                <c:pt idx="624">
                  <c:v>79009.85911915265</c:v>
                </c:pt>
                <c:pt idx="625">
                  <c:v>79133.26387808676</c:v>
                </c:pt>
                <c:pt idx="626">
                  <c:v>79256.66863702086</c:v>
                </c:pt>
                <c:pt idx="627">
                  <c:v>79380.07339595497</c:v>
                </c:pt>
                <c:pt idx="628">
                  <c:v>79503.47815488908</c:v>
                </c:pt>
                <c:pt idx="629">
                  <c:v>79626.88291382318</c:v>
                </c:pt>
                <c:pt idx="630">
                  <c:v>79750.28767275729</c:v>
                </c:pt>
                <c:pt idx="631">
                  <c:v>79873.6924316914</c:v>
                </c:pt>
                <c:pt idx="632">
                  <c:v>79997.0971906255</c:v>
                </c:pt>
                <c:pt idx="633">
                  <c:v>80120.5019495596</c:v>
                </c:pt>
                <c:pt idx="634">
                  <c:v>80243.90670849371</c:v>
                </c:pt>
                <c:pt idx="635">
                  <c:v>80366.26959264319</c:v>
                </c:pt>
                <c:pt idx="636">
                  <c:v>80488.63247679267</c:v>
                </c:pt>
                <c:pt idx="637">
                  <c:v>80610.5928555562</c:v>
                </c:pt>
                <c:pt idx="638">
                  <c:v>80732.55323431973</c:v>
                </c:pt>
                <c:pt idx="639">
                  <c:v>80854.51361308325</c:v>
                </c:pt>
                <c:pt idx="640">
                  <c:v>80976.47399184678</c:v>
                </c:pt>
                <c:pt idx="641">
                  <c:v>81098.43437061031</c:v>
                </c:pt>
                <c:pt idx="642">
                  <c:v>81220.39474937384</c:v>
                </c:pt>
                <c:pt idx="643">
                  <c:v>81342.35512813737</c:v>
                </c:pt>
                <c:pt idx="644">
                  <c:v>81464.3155069009</c:v>
                </c:pt>
                <c:pt idx="645">
                  <c:v>81586.27588566442</c:v>
                </c:pt>
                <c:pt idx="646">
                  <c:v>81708.23626442795</c:v>
                </c:pt>
                <c:pt idx="647">
                  <c:v>81830.19664319148</c:v>
                </c:pt>
                <c:pt idx="648">
                  <c:v>81952.157021955</c:v>
                </c:pt>
                <c:pt idx="649">
                  <c:v>82074.11740071853</c:v>
                </c:pt>
                <c:pt idx="650">
                  <c:v>82196.07777948206</c:v>
                </c:pt>
                <c:pt idx="651">
                  <c:v>82318.03815824559</c:v>
                </c:pt>
                <c:pt idx="652">
                  <c:v>82439.99853700912</c:v>
                </c:pt>
                <c:pt idx="653">
                  <c:v>82566.26156999235</c:v>
                </c:pt>
                <c:pt idx="654">
                  <c:v>82692.52460297558</c:v>
                </c:pt>
                <c:pt idx="655">
                  <c:v>82818.78763595881</c:v>
                </c:pt>
                <c:pt idx="656">
                  <c:v>82945.05066894204</c:v>
                </c:pt>
                <c:pt idx="657">
                  <c:v>83069.01869089704</c:v>
                </c:pt>
                <c:pt idx="658">
                  <c:v>83192.98671285203</c:v>
                </c:pt>
                <c:pt idx="659">
                  <c:v>83316.95473480702</c:v>
                </c:pt>
                <c:pt idx="660">
                  <c:v>83440.92275676201</c:v>
                </c:pt>
                <c:pt idx="661">
                  <c:v>83565.45557730262</c:v>
                </c:pt>
                <c:pt idx="662">
                  <c:v>83689.98839784323</c:v>
                </c:pt>
                <c:pt idx="663">
                  <c:v>83812.54845877187</c:v>
                </c:pt>
                <c:pt idx="664">
                  <c:v>83940.57997435733</c:v>
                </c:pt>
                <c:pt idx="665">
                  <c:v>84067.54864637366</c:v>
                </c:pt>
                <c:pt idx="666">
                  <c:v>84195.36810521994</c:v>
                </c:pt>
                <c:pt idx="667">
                  <c:v>84323.18756406622</c:v>
                </c:pt>
                <c:pt idx="668">
                  <c:v>84451.0070229125</c:v>
                </c:pt>
                <c:pt idx="669">
                  <c:v>84578.82648175878</c:v>
                </c:pt>
                <c:pt idx="670">
                  <c:v>84706.64594060506</c:v>
                </c:pt>
                <c:pt idx="671">
                  <c:v>84834.85365964934</c:v>
                </c:pt>
                <c:pt idx="672">
                  <c:v>84963.06137869362</c:v>
                </c:pt>
                <c:pt idx="673">
                  <c:v>85091.2690977379</c:v>
                </c:pt>
                <c:pt idx="674">
                  <c:v>85219.47681678217</c:v>
                </c:pt>
                <c:pt idx="675">
                  <c:v>85347.68453582645</c:v>
                </c:pt>
                <c:pt idx="676">
                  <c:v>85475.89225487073</c:v>
                </c:pt>
                <c:pt idx="677">
                  <c:v>85604.09997391501</c:v>
                </c:pt>
                <c:pt idx="678">
                  <c:v>85732.3076929593</c:v>
                </c:pt>
                <c:pt idx="679">
                  <c:v>85860.51541200357</c:v>
                </c:pt>
                <c:pt idx="680">
                  <c:v>85988.72313104785</c:v>
                </c:pt>
                <c:pt idx="681">
                  <c:v>86116.93085009213</c:v>
                </c:pt>
                <c:pt idx="682">
                  <c:v>86245.13856913641</c:v>
                </c:pt>
                <c:pt idx="683">
                  <c:v>86373.34628818069</c:v>
                </c:pt>
                <c:pt idx="684">
                  <c:v>86501.55400722497</c:v>
                </c:pt>
                <c:pt idx="685">
                  <c:v>86629.76172626925</c:v>
                </c:pt>
                <c:pt idx="686">
                  <c:v>86757.96944531353</c:v>
                </c:pt>
                <c:pt idx="687">
                  <c:v>86886.17716435781</c:v>
                </c:pt>
                <c:pt idx="688">
                  <c:v>87014.38488340209</c:v>
                </c:pt>
                <c:pt idx="689">
                  <c:v>87142.59260244637</c:v>
                </c:pt>
                <c:pt idx="690">
                  <c:v>87270.80032149065</c:v>
                </c:pt>
                <c:pt idx="691">
                  <c:v>87399.00804053493</c:v>
                </c:pt>
                <c:pt idx="692">
                  <c:v>87527.21575957921</c:v>
                </c:pt>
                <c:pt idx="693">
                  <c:v>87655.42347862349</c:v>
                </c:pt>
                <c:pt idx="694">
                  <c:v>87783.63119766777</c:v>
                </c:pt>
                <c:pt idx="695">
                  <c:v>87911.83891671205</c:v>
                </c:pt>
                <c:pt idx="696">
                  <c:v>88040.04663575633</c:v>
                </c:pt>
                <c:pt idx="697">
                  <c:v>88168.2543548006</c:v>
                </c:pt>
                <c:pt idx="698">
                  <c:v>88296.46207384489</c:v>
                </c:pt>
                <c:pt idx="699">
                  <c:v>88424.66979288917</c:v>
                </c:pt>
                <c:pt idx="700">
                  <c:v>88552.87751193345</c:v>
                </c:pt>
                <c:pt idx="701">
                  <c:v>88681.25343527229</c:v>
                </c:pt>
                <c:pt idx="702">
                  <c:v>88809.62935861113</c:v>
                </c:pt>
                <c:pt idx="703">
                  <c:v>88938.00528194997</c:v>
                </c:pt>
                <c:pt idx="704">
                  <c:v>89066.38120528881</c:v>
                </c:pt>
                <c:pt idx="705">
                  <c:v>89194.75712862765</c:v>
                </c:pt>
                <c:pt idx="706">
                  <c:v>89323.13305196649</c:v>
                </c:pt>
                <c:pt idx="707">
                  <c:v>89451.50897530533</c:v>
                </c:pt>
                <c:pt idx="708">
                  <c:v>89579.88489864417</c:v>
                </c:pt>
                <c:pt idx="709">
                  <c:v>89708.26082198301</c:v>
                </c:pt>
                <c:pt idx="710">
                  <c:v>89836.63674532186</c:v>
                </c:pt>
                <c:pt idx="711">
                  <c:v>89965.0126686607</c:v>
                </c:pt>
                <c:pt idx="712">
                  <c:v>90093.5514398189</c:v>
                </c:pt>
                <c:pt idx="713">
                  <c:v>90221.85805174329</c:v>
                </c:pt>
                <c:pt idx="714">
                  <c:v>90350.16466366767</c:v>
                </c:pt>
                <c:pt idx="715">
                  <c:v>90478.47127559206</c:v>
                </c:pt>
                <c:pt idx="716">
                  <c:v>90606.77788751645</c:v>
                </c:pt>
                <c:pt idx="717">
                  <c:v>90735.08449944084</c:v>
                </c:pt>
                <c:pt idx="718">
                  <c:v>90863.39111136523</c:v>
                </c:pt>
                <c:pt idx="719">
                  <c:v>90991.69772328962</c:v>
                </c:pt>
                <c:pt idx="720">
                  <c:v>91120.004335214</c:v>
                </c:pt>
                <c:pt idx="721">
                  <c:v>91248.3109471384</c:v>
                </c:pt>
                <c:pt idx="722">
                  <c:v>91376.61755906278</c:v>
                </c:pt>
                <c:pt idx="723">
                  <c:v>91504.92417098717</c:v>
                </c:pt>
                <c:pt idx="724">
                  <c:v>91633.23078291156</c:v>
                </c:pt>
                <c:pt idx="725">
                  <c:v>91761.53739483595</c:v>
                </c:pt>
                <c:pt idx="726">
                  <c:v>91889.84400676034</c:v>
                </c:pt>
                <c:pt idx="727">
                  <c:v>92018.15061868473</c:v>
                </c:pt>
                <c:pt idx="728">
                  <c:v>92146.45723060911</c:v>
                </c:pt>
                <c:pt idx="729">
                  <c:v>92274.7638425335</c:v>
                </c:pt>
                <c:pt idx="730">
                  <c:v>92403.07045445789</c:v>
                </c:pt>
                <c:pt idx="731">
                  <c:v>92531.37706638228</c:v>
                </c:pt>
                <c:pt idx="732">
                  <c:v>92659.68367830667</c:v>
                </c:pt>
                <c:pt idx="733">
                  <c:v>92787.99029023106</c:v>
                </c:pt>
                <c:pt idx="734">
                  <c:v>92916.29690215545</c:v>
                </c:pt>
                <c:pt idx="735">
                  <c:v>93044.60351407983</c:v>
                </c:pt>
                <c:pt idx="736">
                  <c:v>93172.91012600422</c:v>
                </c:pt>
                <c:pt idx="737">
                  <c:v>93301.21673792861</c:v>
                </c:pt>
                <c:pt idx="738">
                  <c:v>93429.523349853</c:v>
                </c:pt>
                <c:pt idx="739">
                  <c:v>93557.82996177739</c:v>
                </c:pt>
                <c:pt idx="740">
                  <c:v>93686.13657370178</c:v>
                </c:pt>
                <c:pt idx="741">
                  <c:v>93814.44318562617</c:v>
                </c:pt>
                <c:pt idx="742">
                  <c:v>93942.74979755055</c:v>
                </c:pt>
                <c:pt idx="743">
                  <c:v>94071.05640947494</c:v>
                </c:pt>
                <c:pt idx="744">
                  <c:v>94199.36302139933</c:v>
                </c:pt>
                <c:pt idx="745">
                  <c:v>94327.66963332372</c:v>
                </c:pt>
                <c:pt idx="746">
                  <c:v>94455.97624524811</c:v>
                </c:pt>
                <c:pt idx="747">
                  <c:v>94584.2828571725</c:v>
                </c:pt>
                <c:pt idx="748">
                  <c:v>94712.58946909689</c:v>
                </c:pt>
                <c:pt idx="749">
                  <c:v>94840.89608102127</c:v>
                </c:pt>
                <c:pt idx="750">
                  <c:v>94969.20269294566</c:v>
                </c:pt>
                <c:pt idx="751">
                  <c:v>95097.50930487005</c:v>
                </c:pt>
                <c:pt idx="752">
                  <c:v>95225.81591679444</c:v>
                </c:pt>
                <c:pt idx="753">
                  <c:v>95354.12252871883</c:v>
                </c:pt>
                <c:pt idx="754">
                  <c:v>95482.42914064322</c:v>
                </c:pt>
                <c:pt idx="755">
                  <c:v>95610.7357525676</c:v>
                </c:pt>
                <c:pt idx="756">
                  <c:v>95739.042364492</c:v>
                </c:pt>
                <c:pt idx="757">
                  <c:v>95867.34897641638</c:v>
                </c:pt>
                <c:pt idx="758">
                  <c:v>95995.65558834077</c:v>
                </c:pt>
                <c:pt idx="759">
                  <c:v>96123.96220026516</c:v>
                </c:pt>
                <c:pt idx="760">
                  <c:v>96252.26881218955</c:v>
                </c:pt>
                <c:pt idx="761">
                  <c:v>96380.57542411394</c:v>
                </c:pt>
                <c:pt idx="762">
                  <c:v>96508.88203603833</c:v>
                </c:pt>
                <c:pt idx="763">
                  <c:v>96637.18864796271</c:v>
                </c:pt>
                <c:pt idx="764">
                  <c:v>96765.4952598871</c:v>
                </c:pt>
                <c:pt idx="765">
                  <c:v>96893.80187181149</c:v>
                </c:pt>
                <c:pt idx="766">
                  <c:v>97022.10848373588</c:v>
                </c:pt>
                <c:pt idx="767">
                  <c:v>97150.41509566027</c:v>
                </c:pt>
                <c:pt idx="768">
                  <c:v>97278.72170758466</c:v>
                </c:pt>
                <c:pt idx="769">
                  <c:v>97407.02831950905</c:v>
                </c:pt>
                <c:pt idx="770">
                  <c:v>97535.33493143343</c:v>
                </c:pt>
                <c:pt idx="771">
                  <c:v>97663.64154335782</c:v>
                </c:pt>
                <c:pt idx="772">
                  <c:v>97791.94815528221</c:v>
                </c:pt>
                <c:pt idx="773">
                  <c:v>97920.2547672066</c:v>
                </c:pt>
                <c:pt idx="774">
                  <c:v>98048.56137913099</c:v>
                </c:pt>
                <c:pt idx="775">
                  <c:v>98176.86799105538</c:v>
                </c:pt>
                <c:pt idx="776">
                  <c:v>98305.17460297977</c:v>
                </c:pt>
                <c:pt idx="777">
                  <c:v>98433.48121490415</c:v>
                </c:pt>
                <c:pt idx="778">
                  <c:v>98561.78782682854</c:v>
                </c:pt>
                <c:pt idx="779">
                  <c:v>98690.09443875293</c:v>
                </c:pt>
                <c:pt idx="780">
                  <c:v>98818.40105067732</c:v>
                </c:pt>
                <c:pt idx="781">
                  <c:v>98946.70766260171</c:v>
                </c:pt>
                <c:pt idx="782">
                  <c:v>99075.0142745261</c:v>
                </c:pt>
                <c:pt idx="783">
                  <c:v>99203.32088645048</c:v>
                </c:pt>
                <c:pt idx="784">
                  <c:v>99331.62749837487</c:v>
                </c:pt>
                <c:pt idx="785">
                  <c:v>99459.93411029926</c:v>
                </c:pt>
                <c:pt idx="786">
                  <c:v>99588.24072222365</c:v>
                </c:pt>
                <c:pt idx="787">
                  <c:v>99716.54733414804</c:v>
                </c:pt>
                <c:pt idx="788">
                  <c:v>99844.85394607243</c:v>
                </c:pt>
                <c:pt idx="789">
                  <c:v>99973.16055799682</c:v>
                </c:pt>
                <c:pt idx="790">
                  <c:v>100101.4671699212</c:v>
                </c:pt>
                <c:pt idx="791">
                  <c:v>100229.7737818456</c:v>
                </c:pt>
                <c:pt idx="792">
                  <c:v>100358.08039376998</c:v>
                </c:pt>
                <c:pt idx="793">
                  <c:v>100486.38700569437</c:v>
                </c:pt>
                <c:pt idx="794">
                  <c:v>100614.69361761876</c:v>
                </c:pt>
                <c:pt idx="795">
                  <c:v>100743.00022954315</c:v>
                </c:pt>
                <c:pt idx="796">
                  <c:v>100871.30684146754</c:v>
                </c:pt>
                <c:pt idx="797">
                  <c:v>100999.61345339192</c:v>
                </c:pt>
                <c:pt idx="798">
                  <c:v>101127.92006531631</c:v>
                </c:pt>
                <c:pt idx="799">
                  <c:v>101256.2266772407</c:v>
                </c:pt>
                <c:pt idx="800">
                  <c:v>101384.53328916509</c:v>
                </c:pt>
                <c:pt idx="801">
                  <c:v>101512.83990108948</c:v>
                </c:pt>
                <c:pt idx="802">
                  <c:v>101641.14651301387</c:v>
                </c:pt>
                <c:pt idx="803">
                  <c:v>101769.45312493826</c:v>
                </c:pt>
                <c:pt idx="804">
                  <c:v>101897.75973686264</c:v>
                </c:pt>
                <c:pt idx="805">
                  <c:v>102026.06634878703</c:v>
                </c:pt>
                <c:pt idx="806">
                  <c:v>102154.37296071142</c:v>
                </c:pt>
                <c:pt idx="807">
                  <c:v>102282.67957263581</c:v>
                </c:pt>
                <c:pt idx="808">
                  <c:v>102410.9861845602</c:v>
                </c:pt>
                <c:pt idx="809">
                  <c:v>102539.29279648459</c:v>
                </c:pt>
                <c:pt idx="810">
                  <c:v>102667.59940840898</c:v>
                </c:pt>
                <c:pt idx="811">
                  <c:v>102795.90602033336</c:v>
                </c:pt>
                <c:pt idx="812">
                  <c:v>102924.21263225775</c:v>
                </c:pt>
                <c:pt idx="813">
                  <c:v>103052.51924418214</c:v>
                </c:pt>
                <c:pt idx="814">
                  <c:v>103180.82585610653</c:v>
                </c:pt>
                <c:pt idx="815">
                  <c:v>103309.13246803092</c:v>
                </c:pt>
                <c:pt idx="816">
                  <c:v>103437.43907995531</c:v>
                </c:pt>
                <c:pt idx="817">
                  <c:v>103565.7456918797</c:v>
                </c:pt>
                <c:pt idx="818">
                  <c:v>103694.05230380408</c:v>
                </c:pt>
                <c:pt idx="819">
                  <c:v>103822.35891572847</c:v>
                </c:pt>
                <c:pt idx="820">
                  <c:v>103950.66552765286</c:v>
                </c:pt>
                <c:pt idx="821">
                  <c:v>104078.97213957725</c:v>
                </c:pt>
                <c:pt idx="822">
                  <c:v>104207.27875150164</c:v>
                </c:pt>
                <c:pt idx="823">
                  <c:v>104335.58536342603</c:v>
                </c:pt>
                <c:pt idx="824">
                  <c:v>104463.89197535042</c:v>
                </c:pt>
                <c:pt idx="825">
                  <c:v>104592.1985872748</c:v>
                </c:pt>
                <c:pt idx="826">
                  <c:v>104720.5051991992</c:v>
                </c:pt>
                <c:pt idx="827">
                  <c:v>104848.81181112358</c:v>
                </c:pt>
                <c:pt idx="828">
                  <c:v>104977.11842304797</c:v>
                </c:pt>
                <c:pt idx="829">
                  <c:v>105105.42503497236</c:v>
                </c:pt>
                <c:pt idx="830">
                  <c:v>105233.73164689675</c:v>
                </c:pt>
                <c:pt idx="831">
                  <c:v>105362.03825882114</c:v>
                </c:pt>
                <c:pt idx="832">
                  <c:v>105490.34487074552</c:v>
                </c:pt>
                <c:pt idx="833">
                  <c:v>105618.65148266991</c:v>
                </c:pt>
                <c:pt idx="834">
                  <c:v>105746.9580945943</c:v>
                </c:pt>
                <c:pt idx="835">
                  <c:v>105875.26470651869</c:v>
                </c:pt>
                <c:pt idx="836">
                  <c:v>106003.57131844308</c:v>
                </c:pt>
                <c:pt idx="837">
                  <c:v>106133.37465826508</c:v>
                </c:pt>
                <c:pt idx="838">
                  <c:v>106263.17799808708</c:v>
                </c:pt>
                <c:pt idx="839">
                  <c:v>106392.98133790908</c:v>
                </c:pt>
                <c:pt idx="840">
                  <c:v>106522.78467773108</c:v>
                </c:pt>
                <c:pt idx="841">
                  <c:v>106652.58801755308</c:v>
                </c:pt>
                <c:pt idx="842">
                  <c:v>106782.39135737508</c:v>
                </c:pt>
                <c:pt idx="843">
                  <c:v>106910.2678472555</c:v>
                </c:pt>
                <c:pt idx="844">
                  <c:v>107038.14433713592</c:v>
                </c:pt>
                <c:pt idx="845">
                  <c:v>107166.02082701634</c:v>
                </c:pt>
                <c:pt idx="846">
                  <c:v>107293.89731689676</c:v>
                </c:pt>
                <c:pt idx="847">
                  <c:v>107421.77380677719</c:v>
                </c:pt>
                <c:pt idx="848">
                  <c:v>107549.65029665761</c:v>
                </c:pt>
                <c:pt idx="849">
                  <c:v>107677.52678653803</c:v>
                </c:pt>
                <c:pt idx="850">
                  <c:v>107805.40327641845</c:v>
                </c:pt>
                <c:pt idx="851">
                  <c:v>107933.27976629887</c:v>
                </c:pt>
                <c:pt idx="852">
                  <c:v>108061.1562561793</c:v>
                </c:pt>
                <c:pt idx="853">
                  <c:v>108189.03274605972</c:v>
                </c:pt>
                <c:pt idx="854">
                  <c:v>108316.90923594014</c:v>
                </c:pt>
                <c:pt idx="855">
                  <c:v>108444.78572582056</c:v>
                </c:pt>
                <c:pt idx="856">
                  <c:v>108572.66221570098</c:v>
                </c:pt>
                <c:pt idx="857">
                  <c:v>108700.5387055814</c:v>
                </c:pt>
                <c:pt idx="858">
                  <c:v>108828.41519546183</c:v>
                </c:pt>
                <c:pt idx="859">
                  <c:v>108956.29168534225</c:v>
                </c:pt>
                <c:pt idx="860">
                  <c:v>109084.16817522267</c:v>
                </c:pt>
                <c:pt idx="861">
                  <c:v>109212.0446651031</c:v>
                </c:pt>
                <c:pt idx="862">
                  <c:v>109339.92115498352</c:v>
                </c:pt>
                <c:pt idx="863">
                  <c:v>109467.79764486394</c:v>
                </c:pt>
                <c:pt idx="864">
                  <c:v>109595.67413474436</c:v>
                </c:pt>
                <c:pt idx="865">
                  <c:v>109723.55062462478</c:v>
                </c:pt>
                <c:pt idx="866">
                  <c:v>109851.4271145052</c:v>
                </c:pt>
                <c:pt idx="867">
                  <c:v>109979.30360438563</c:v>
                </c:pt>
                <c:pt idx="868">
                  <c:v>110107.18009426605</c:v>
                </c:pt>
                <c:pt idx="869">
                  <c:v>110235.05658414647</c:v>
                </c:pt>
                <c:pt idx="870">
                  <c:v>110362.93307402689</c:v>
                </c:pt>
                <c:pt idx="871">
                  <c:v>110490.80956390731</c:v>
                </c:pt>
                <c:pt idx="872">
                  <c:v>110618.68605378774</c:v>
                </c:pt>
                <c:pt idx="873">
                  <c:v>110746.56254366816</c:v>
                </c:pt>
                <c:pt idx="874">
                  <c:v>110874.43903354858</c:v>
                </c:pt>
                <c:pt idx="875">
                  <c:v>111002.315523429</c:v>
                </c:pt>
                <c:pt idx="876">
                  <c:v>111130.19201330942</c:v>
                </c:pt>
                <c:pt idx="877">
                  <c:v>111258.06850318985</c:v>
                </c:pt>
                <c:pt idx="878">
                  <c:v>111385.94499307027</c:v>
                </c:pt>
                <c:pt idx="879">
                  <c:v>111513.82148295069</c:v>
                </c:pt>
                <c:pt idx="880">
                  <c:v>111641.69797283111</c:v>
                </c:pt>
                <c:pt idx="881">
                  <c:v>111769.57446271153</c:v>
                </c:pt>
                <c:pt idx="882">
                  <c:v>111897.45095259196</c:v>
                </c:pt>
                <c:pt idx="883">
                  <c:v>112025.32744247238</c:v>
                </c:pt>
                <c:pt idx="884">
                  <c:v>112153.2039323528</c:v>
                </c:pt>
                <c:pt idx="885">
                  <c:v>112281.08042223322</c:v>
                </c:pt>
                <c:pt idx="886">
                  <c:v>112408.95691211364</c:v>
                </c:pt>
                <c:pt idx="887">
                  <c:v>112536.83340199407</c:v>
                </c:pt>
                <c:pt idx="888">
                  <c:v>112664.70989187449</c:v>
                </c:pt>
                <c:pt idx="889">
                  <c:v>112792.58638175491</c:v>
                </c:pt>
                <c:pt idx="890">
                  <c:v>112920.46287163533</c:v>
                </c:pt>
                <c:pt idx="891">
                  <c:v>113048.33936151575</c:v>
                </c:pt>
                <c:pt idx="892">
                  <c:v>113176.21585139618</c:v>
                </c:pt>
                <c:pt idx="893">
                  <c:v>113304.0923412766</c:v>
                </c:pt>
                <c:pt idx="894">
                  <c:v>113431.96883115702</c:v>
                </c:pt>
                <c:pt idx="895">
                  <c:v>113559.84532103744</c:v>
                </c:pt>
                <c:pt idx="896">
                  <c:v>113687.72181091786</c:v>
                </c:pt>
                <c:pt idx="897">
                  <c:v>113815.59830079829</c:v>
                </c:pt>
                <c:pt idx="898">
                  <c:v>113943.47479067871</c:v>
                </c:pt>
                <c:pt idx="899">
                  <c:v>114071.35128055913</c:v>
                </c:pt>
                <c:pt idx="900">
                  <c:v>114199.22777043955</c:v>
                </c:pt>
                <c:pt idx="901">
                  <c:v>114327.10426031997</c:v>
                </c:pt>
                <c:pt idx="902">
                  <c:v>114454.9807502004</c:v>
                </c:pt>
                <c:pt idx="903">
                  <c:v>114582.85724008082</c:v>
                </c:pt>
                <c:pt idx="904">
                  <c:v>114709.7396129816</c:v>
                </c:pt>
                <c:pt idx="905">
                  <c:v>114834.76459933638</c:v>
                </c:pt>
                <c:pt idx="906">
                  <c:v>114959.78958569116</c:v>
                </c:pt>
                <c:pt idx="907">
                  <c:v>115084.81457204594</c:v>
                </c:pt>
                <c:pt idx="908">
                  <c:v>115209.83955840072</c:v>
                </c:pt>
                <c:pt idx="909">
                  <c:v>115334.8645447555</c:v>
                </c:pt>
                <c:pt idx="910">
                  <c:v>115459.88953111028</c:v>
                </c:pt>
                <c:pt idx="911">
                  <c:v>115584.91451746506</c:v>
                </c:pt>
                <c:pt idx="912">
                  <c:v>115709.93950381984</c:v>
                </c:pt>
                <c:pt idx="913">
                  <c:v>115834.96449017462</c:v>
                </c:pt>
                <c:pt idx="914">
                  <c:v>115959.9894765294</c:v>
                </c:pt>
                <c:pt idx="915">
                  <c:v>116085.01446288418</c:v>
                </c:pt>
                <c:pt idx="916">
                  <c:v>116210.03944923896</c:v>
                </c:pt>
                <c:pt idx="917">
                  <c:v>116335.54676878538</c:v>
                </c:pt>
                <c:pt idx="918">
                  <c:v>116462.2697987675</c:v>
                </c:pt>
                <c:pt idx="919">
                  <c:v>116588.99282874963</c:v>
                </c:pt>
                <c:pt idx="920">
                  <c:v>116715.71585873175</c:v>
                </c:pt>
                <c:pt idx="921">
                  <c:v>116842.43888871388</c:v>
                </c:pt>
                <c:pt idx="922">
                  <c:v>116969.161918696</c:v>
                </c:pt>
                <c:pt idx="923">
                  <c:v>117096.3222905041</c:v>
                </c:pt>
                <c:pt idx="924">
                  <c:v>117222.5644558966</c:v>
                </c:pt>
                <c:pt idx="925">
                  <c:v>117348.8066212891</c:v>
                </c:pt>
                <c:pt idx="926">
                  <c:v>117474.82266882418</c:v>
                </c:pt>
                <c:pt idx="927">
                  <c:v>117600.83871635927</c:v>
                </c:pt>
                <c:pt idx="928">
                  <c:v>117726.85476389436</c:v>
                </c:pt>
                <c:pt idx="929">
                  <c:v>117852.87081142944</c:v>
                </c:pt>
                <c:pt idx="930">
                  <c:v>117978.13981430871</c:v>
                </c:pt>
                <c:pt idx="931">
                  <c:v>118103.40881718798</c:v>
                </c:pt>
                <c:pt idx="932">
                  <c:v>118228.67782006726</c:v>
                </c:pt>
                <c:pt idx="933">
                  <c:v>118353.94682294653</c:v>
                </c:pt>
                <c:pt idx="934">
                  <c:v>118479.2158258258</c:v>
                </c:pt>
                <c:pt idx="935">
                  <c:v>118604.48482870507</c:v>
                </c:pt>
                <c:pt idx="936">
                  <c:v>118729.75383158434</c:v>
                </c:pt>
                <c:pt idx="937">
                  <c:v>118855.02283446361</c:v>
                </c:pt>
                <c:pt idx="938">
                  <c:v>118980.29183734288</c:v>
                </c:pt>
                <c:pt idx="939">
                  <c:v>119105.56084022216</c:v>
                </c:pt>
                <c:pt idx="940">
                  <c:v>119230.82984310143</c:v>
                </c:pt>
                <c:pt idx="941">
                  <c:v>119356.0988459807</c:v>
                </c:pt>
                <c:pt idx="942">
                  <c:v>119481.36784885997</c:v>
                </c:pt>
                <c:pt idx="943">
                  <c:v>119606.63685173924</c:v>
                </c:pt>
                <c:pt idx="944">
                  <c:v>119731.90585461851</c:v>
                </c:pt>
                <c:pt idx="945">
                  <c:v>119857.17485749778</c:v>
                </c:pt>
                <c:pt idx="946">
                  <c:v>119982.74555974896</c:v>
                </c:pt>
                <c:pt idx="947">
                  <c:v>120108.51835107146</c:v>
                </c:pt>
                <c:pt idx="948">
                  <c:v>120234.29114239395</c:v>
                </c:pt>
                <c:pt idx="949">
                  <c:v>120360.06393371645</c:v>
                </c:pt>
                <c:pt idx="950">
                  <c:v>120485.83672503894</c:v>
                </c:pt>
                <c:pt idx="951">
                  <c:v>120611.60951636144</c:v>
                </c:pt>
                <c:pt idx="952">
                  <c:v>120737.48567722896</c:v>
                </c:pt>
                <c:pt idx="953">
                  <c:v>120861.89602268487</c:v>
                </c:pt>
                <c:pt idx="954">
                  <c:v>120986.30636814078</c:v>
                </c:pt>
                <c:pt idx="955">
                  <c:v>121110.71671359669</c:v>
                </c:pt>
                <c:pt idx="956">
                  <c:v>121235.1270590526</c:v>
                </c:pt>
                <c:pt idx="957">
                  <c:v>121359.5374045085</c:v>
                </c:pt>
                <c:pt idx="958">
                  <c:v>121483.94774996441</c:v>
                </c:pt>
                <c:pt idx="959">
                  <c:v>121608.35809542032</c:v>
                </c:pt>
                <c:pt idx="960">
                  <c:v>121732.76844087623</c:v>
                </c:pt>
                <c:pt idx="961">
                  <c:v>121857.17878633214</c:v>
                </c:pt>
                <c:pt idx="962">
                  <c:v>121981.58913178805</c:v>
                </c:pt>
                <c:pt idx="963">
                  <c:v>122105.99947724395</c:v>
                </c:pt>
                <c:pt idx="964">
                  <c:v>122230.40982269986</c:v>
                </c:pt>
                <c:pt idx="965">
                  <c:v>122354.82016815577</c:v>
                </c:pt>
                <c:pt idx="966">
                  <c:v>122481.93369129165</c:v>
                </c:pt>
                <c:pt idx="967">
                  <c:v>122608.42022225981</c:v>
                </c:pt>
                <c:pt idx="968">
                  <c:v>122734.90675322797</c:v>
                </c:pt>
                <c:pt idx="969">
                  <c:v>122862.87968410802</c:v>
                </c:pt>
                <c:pt idx="970">
                  <c:v>122990.85261498806</c:v>
                </c:pt>
                <c:pt idx="971">
                  <c:v>123118.82554586811</c:v>
                </c:pt>
                <c:pt idx="972">
                  <c:v>123246.79847674815</c:v>
                </c:pt>
                <c:pt idx="973">
                  <c:v>123374.7714076282</c:v>
                </c:pt>
                <c:pt idx="974">
                  <c:v>123502.74433850824</c:v>
                </c:pt>
                <c:pt idx="975">
                  <c:v>123630.71726938829</c:v>
                </c:pt>
                <c:pt idx="976">
                  <c:v>123758.69020026833</c:v>
                </c:pt>
                <c:pt idx="977">
                  <c:v>123886.66313114838</c:v>
                </c:pt>
                <c:pt idx="978">
                  <c:v>124014.63606202842</c:v>
                </c:pt>
                <c:pt idx="979">
                  <c:v>124142.60899290847</c:v>
                </c:pt>
                <c:pt idx="980">
                  <c:v>124270.58192378852</c:v>
                </c:pt>
                <c:pt idx="981">
                  <c:v>124398.55485466856</c:v>
                </c:pt>
                <c:pt idx="982">
                  <c:v>124526.6029954011</c:v>
                </c:pt>
                <c:pt idx="983">
                  <c:v>124654.65113613365</c:v>
                </c:pt>
                <c:pt idx="984">
                  <c:v>124779.13952896629</c:v>
                </c:pt>
                <c:pt idx="985">
                  <c:v>124903.62792179894</c:v>
                </c:pt>
                <c:pt idx="986">
                  <c:v>125028.11631463158</c:v>
                </c:pt>
                <c:pt idx="987">
                  <c:v>125152.60470746423</c:v>
                </c:pt>
                <c:pt idx="988">
                  <c:v>125278.79195980815</c:v>
                </c:pt>
                <c:pt idx="989">
                  <c:v>125404.97921215207</c:v>
                </c:pt>
                <c:pt idx="990">
                  <c:v>125533.21956793305</c:v>
                </c:pt>
                <c:pt idx="991">
                  <c:v>125661.45992371402</c:v>
                </c:pt>
                <c:pt idx="992">
                  <c:v>125789.700279495</c:v>
                </c:pt>
                <c:pt idx="993">
                  <c:v>125917.94063527597</c:v>
                </c:pt>
                <c:pt idx="994">
                  <c:v>126046.12935371688</c:v>
                </c:pt>
                <c:pt idx="995">
                  <c:v>126174.3180721578</c:v>
                </c:pt>
                <c:pt idx="996">
                  <c:v>126302.50679059871</c:v>
                </c:pt>
                <c:pt idx="997">
                  <c:v>126430.69550903962</c:v>
                </c:pt>
                <c:pt idx="998">
                  <c:v>126559.33344480004</c:v>
                </c:pt>
                <c:pt idx="999">
                  <c:v>126687.97138056046</c:v>
                </c:pt>
                <c:pt idx="1000">
                  <c:v>126816.60931632087</c:v>
                </c:pt>
                <c:pt idx="1001">
                  <c:v>126945.24725208129</c:v>
                </c:pt>
                <c:pt idx="1002">
                  <c:v>127073.8851878417</c:v>
                </c:pt>
                <c:pt idx="1003">
                  <c:v>127202.52312360212</c:v>
                </c:pt>
                <c:pt idx="1004">
                  <c:v>127331.16105936254</c:v>
                </c:pt>
                <c:pt idx="1005">
                  <c:v>127459.79899512295</c:v>
                </c:pt>
                <c:pt idx="1006">
                  <c:v>127588.43693088337</c:v>
                </c:pt>
                <c:pt idx="1007">
                  <c:v>127717.07486664379</c:v>
                </c:pt>
                <c:pt idx="1008">
                  <c:v>127845.7128024042</c:v>
                </c:pt>
                <c:pt idx="1009">
                  <c:v>127974.35073816462</c:v>
                </c:pt>
                <c:pt idx="1010">
                  <c:v>128102.98867392504</c:v>
                </c:pt>
                <c:pt idx="1011">
                  <c:v>128229.49952978568</c:v>
                </c:pt>
                <c:pt idx="1012">
                  <c:v>128356.01038564632</c:v>
                </c:pt>
                <c:pt idx="1013">
                  <c:v>128482.52124150697</c:v>
                </c:pt>
                <c:pt idx="1014">
                  <c:v>128609.03209736761</c:v>
                </c:pt>
                <c:pt idx="1015">
                  <c:v>128735.54295322826</c:v>
                </c:pt>
                <c:pt idx="1016">
                  <c:v>128862.0538090889</c:v>
                </c:pt>
                <c:pt idx="1017">
                  <c:v>128988.56466494955</c:v>
                </c:pt>
                <c:pt idx="1018">
                  <c:v>129115.07552081019</c:v>
                </c:pt>
                <c:pt idx="1019">
                  <c:v>129241.58637667084</c:v>
                </c:pt>
                <c:pt idx="1020">
                  <c:v>129368.09723253148</c:v>
                </c:pt>
                <c:pt idx="1021">
                  <c:v>129494.60808839212</c:v>
                </c:pt>
                <c:pt idx="1022">
                  <c:v>129621.11894425277</c:v>
                </c:pt>
                <c:pt idx="1023">
                  <c:v>129747.62980011341</c:v>
                </c:pt>
                <c:pt idx="1024">
                  <c:v>129874.14065597406</c:v>
                </c:pt>
                <c:pt idx="1025">
                  <c:v>130000.6515118347</c:v>
                </c:pt>
                <c:pt idx="1026">
                  <c:v>130127.16236769535</c:v>
                </c:pt>
                <c:pt idx="1027">
                  <c:v>130253.67322355599</c:v>
                </c:pt>
                <c:pt idx="1028">
                  <c:v>130380.05827828882</c:v>
                </c:pt>
                <c:pt idx="1029">
                  <c:v>130506.44333302166</c:v>
                </c:pt>
                <c:pt idx="1030">
                  <c:v>130632.82838775449</c:v>
                </c:pt>
                <c:pt idx="1031">
                  <c:v>130759.21344248732</c:v>
                </c:pt>
                <c:pt idx="1032">
                  <c:v>130885.59849722015</c:v>
                </c:pt>
                <c:pt idx="1033">
                  <c:v>131011.98355195299</c:v>
                </c:pt>
                <c:pt idx="1034">
                  <c:v>131138.36860668584</c:v>
                </c:pt>
                <c:pt idx="1035">
                  <c:v>131264.75366141868</c:v>
                </c:pt>
                <c:pt idx="1036">
                  <c:v>131391.13871615153</c:v>
                </c:pt>
                <c:pt idx="1037">
                  <c:v>131517.52377088438</c:v>
                </c:pt>
                <c:pt idx="1038">
                  <c:v>131643.90882561723</c:v>
                </c:pt>
                <c:pt idx="1039">
                  <c:v>131770.29388035007</c:v>
                </c:pt>
                <c:pt idx="1040">
                  <c:v>131896.67893508292</c:v>
                </c:pt>
                <c:pt idx="1041">
                  <c:v>132022.62666951452</c:v>
                </c:pt>
                <c:pt idx="1042">
                  <c:v>132149.66973193752</c:v>
                </c:pt>
                <c:pt idx="1043">
                  <c:v>132276.71279436053</c:v>
                </c:pt>
                <c:pt idx="1044">
                  <c:v>132403.75585678354</c:v>
                </c:pt>
                <c:pt idx="1045">
                  <c:v>132530.79891920654</c:v>
                </c:pt>
                <c:pt idx="1046">
                  <c:v>132657.84198162955</c:v>
                </c:pt>
                <c:pt idx="1047">
                  <c:v>132784.88504405256</c:v>
                </c:pt>
                <c:pt idx="1048">
                  <c:v>132909.22292655308</c:v>
                </c:pt>
                <c:pt idx="1049">
                  <c:v>133033.5608090536</c:v>
                </c:pt>
                <c:pt idx="1050">
                  <c:v>133157.89869155412</c:v>
                </c:pt>
                <c:pt idx="1051">
                  <c:v>133282.23657405464</c:v>
                </c:pt>
                <c:pt idx="1052">
                  <c:v>133405.34516003315</c:v>
                </c:pt>
                <c:pt idx="1053">
                  <c:v>133528.97484663659</c:v>
                </c:pt>
                <c:pt idx="1054">
                  <c:v>133649.79583829234</c:v>
                </c:pt>
                <c:pt idx="1055">
                  <c:v>133770.6168299481</c:v>
                </c:pt>
                <c:pt idx="1056">
                  <c:v>133891.43782160385</c:v>
                </c:pt>
                <c:pt idx="1057">
                  <c:v>134012.2588132596</c:v>
                </c:pt>
                <c:pt idx="1058">
                  <c:v>134133.07980491535</c:v>
                </c:pt>
                <c:pt idx="1059">
                  <c:v>134253.9007965711</c:v>
                </c:pt>
                <c:pt idx="1060">
                  <c:v>134374.72178822686</c:v>
                </c:pt>
                <c:pt idx="1061">
                  <c:v>134495.5427798826</c:v>
                </c:pt>
                <c:pt idx="1062">
                  <c:v>134616.36377153837</c:v>
                </c:pt>
                <c:pt idx="1063">
                  <c:v>134737.18476319412</c:v>
                </c:pt>
                <c:pt idx="1064">
                  <c:v>134858.00575484987</c:v>
                </c:pt>
                <c:pt idx="1065">
                  <c:v>134978.82674650563</c:v>
                </c:pt>
                <c:pt idx="1066">
                  <c:v>135098.87766120402</c:v>
                </c:pt>
                <c:pt idx="1067">
                  <c:v>135221.19905696248</c:v>
                </c:pt>
                <c:pt idx="1068">
                  <c:v>135343.52045272093</c:v>
                </c:pt>
                <c:pt idx="1069">
                  <c:v>135465.84184847938</c:v>
                </c:pt>
                <c:pt idx="1070">
                  <c:v>135583.31284610892</c:v>
                </c:pt>
                <c:pt idx="1071">
                  <c:v>135700.78384373846</c:v>
                </c:pt>
                <c:pt idx="1072">
                  <c:v>135818.254841368</c:v>
                </c:pt>
                <c:pt idx="1073">
                  <c:v>135935.72583899755</c:v>
                </c:pt>
                <c:pt idx="1074">
                  <c:v>136053.1968366271</c:v>
                </c:pt>
                <c:pt idx="1075">
                  <c:v>136170.66783425663</c:v>
                </c:pt>
                <c:pt idx="1076">
                  <c:v>136288.13883188617</c:v>
                </c:pt>
                <c:pt idx="1077">
                  <c:v>136405.33430549246</c:v>
                </c:pt>
                <c:pt idx="1078">
                  <c:v>136526.04601485108</c:v>
                </c:pt>
                <c:pt idx="1079">
                  <c:v>136646.7577242097</c:v>
                </c:pt>
                <c:pt idx="1080">
                  <c:v>136767.95820907422</c:v>
                </c:pt>
                <c:pt idx="1081">
                  <c:v>136889.15869393875</c:v>
                </c:pt>
                <c:pt idx="1082">
                  <c:v>137010.35917880328</c:v>
                </c:pt>
                <c:pt idx="1083">
                  <c:v>137131.5596636678</c:v>
                </c:pt>
                <c:pt idx="1084">
                  <c:v>137252.76014853234</c:v>
                </c:pt>
                <c:pt idx="1085">
                  <c:v>137373.96063339687</c:v>
                </c:pt>
                <c:pt idx="1086">
                  <c:v>137495.1611182614</c:v>
                </c:pt>
                <c:pt idx="1087">
                  <c:v>137616.36160312593</c:v>
                </c:pt>
                <c:pt idx="1088">
                  <c:v>137737.56208799046</c:v>
                </c:pt>
                <c:pt idx="1089">
                  <c:v>137858.762572855</c:v>
                </c:pt>
                <c:pt idx="1090">
                  <c:v>137979.96305771952</c:v>
                </c:pt>
                <c:pt idx="1091">
                  <c:v>138101.16354258405</c:v>
                </c:pt>
                <c:pt idx="1092">
                  <c:v>138222.36402744858</c:v>
                </c:pt>
                <c:pt idx="1093">
                  <c:v>138343.5645123131</c:v>
                </c:pt>
                <c:pt idx="1094">
                  <c:v>138464.76499717764</c:v>
                </c:pt>
                <c:pt idx="1095">
                  <c:v>138585.96548204217</c:v>
                </c:pt>
                <c:pt idx="1096">
                  <c:v>138707.1659669067</c:v>
                </c:pt>
                <c:pt idx="1097">
                  <c:v>138828.36645177123</c:v>
                </c:pt>
                <c:pt idx="1098">
                  <c:v>138949.56693663576</c:v>
                </c:pt>
                <c:pt idx="1099">
                  <c:v>139070.7674215003</c:v>
                </c:pt>
                <c:pt idx="1100">
                  <c:v>139191.96790636482</c:v>
                </c:pt>
                <c:pt idx="1101">
                  <c:v>139313.16839122935</c:v>
                </c:pt>
                <c:pt idx="1102">
                  <c:v>139434.36887609388</c:v>
                </c:pt>
                <c:pt idx="1103">
                  <c:v>139555.5693609584</c:v>
                </c:pt>
                <c:pt idx="1104">
                  <c:v>139676.76984582294</c:v>
                </c:pt>
                <c:pt idx="1105">
                  <c:v>139797.97033068747</c:v>
                </c:pt>
                <c:pt idx="1106">
                  <c:v>139919.170815552</c:v>
                </c:pt>
                <c:pt idx="1107">
                  <c:v>140040.37130041653</c:v>
                </c:pt>
                <c:pt idx="1108">
                  <c:v>140161.57178528106</c:v>
                </c:pt>
                <c:pt idx="1109">
                  <c:v>140282.7722701456</c:v>
                </c:pt>
                <c:pt idx="1110">
                  <c:v>140403.97275501012</c:v>
                </c:pt>
                <c:pt idx="1111">
                  <c:v>140525.17323987465</c:v>
                </c:pt>
                <c:pt idx="1112">
                  <c:v>140646.37372473918</c:v>
                </c:pt>
                <c:pt idx="1113">
                  <c:v>140767.5742096037</c:v>
                </c:pt>
                <c:pt idx="1114">
                  <c:v>140888.77469446824</c:v>
                </c:pt>
                <c:pt idx="1115">
                  <c:v>141009.97517933277</c:v>
                </c:pt>
                <c:pt idx="1116">
                  <c:v>141131.1756641973</c:v>
                </c:pt>
                <c:pt idx="1117">
                  <c:v>141252.37614906183</c:v>
                </c:pt>
                <c:pt idx="1118">
                  <c:v>141373.57663392636</c:v>
                </c:pt>
                <c:pt idx="1119">
                  <c:v>141494.7771187909</c:v>
                </c:pt>
                <c:pt idx="1120">
                  <c:v>141615.97760365542</c:v>
                </c:pt>
                <c:pt idx="1121">
                  <c:v>141737.17808851996</c:v>
                </c:pt>
                <c:pt idx="1122">
                  <c:v>141858.37857338449</c:v>
                </c:pt>
                <c:pt idx="1123">
                  <c:v>141979.57905824902</c:v>
                </c:pt>
                <c:pt idx="1124">
                  <c:v>142100.77954311355</c:v>
                </c:pt>
                <c:pt idx="1125">
                  <c:v>142221.98002797808</c:v>
                </c:pt>
                <c:pt idx="1126">
                  <c:v>142343.1805128426</c:v>
                </c:pt>
                <c:pt idx="1127">
                  <c:v>142464.38099770714</c:v>
                </c:pt>
                <c:pt idx="1128">
                  <c:v>142585.58148257167</c:v>
                </c:pt>
                <c:pt idx="1129">
                  <c:v>142706.7819674362</c:v>
                </c:pt>
                <c:pt idx="1130">
                  <c:v>142827.98245230073</c:v>
                </c:pt>
                <c:pt idx="1131">
                  <c:v>142949.18293716526</c:v>
                </c:pt>
                <c:pt idx="1132">
                  <c:v>143070.3834220298</c:v>
                </c:pt>
                <c:pt idx="1133">
                  <c:v>143191.58390689432</c:v>
                </c:pt>
                <c:pt idx="1134">
                  <c:v>143312.78439175885</c:v>
                </c:pt>
                <c:pt idx="1135">
                  <c:v>143433.98487662338</c:v>
                </c:pt>
                <c:pt idx="1136">
                  <c:v>143555.1853614879</c:v>
                </c:pt>
                <c:pt idx="1137">
                  <c:v>143676.38584635244</c:v>
                </c:pt>
                <c:pt idx="1138">
                  <c:v>143797.58633121697</c:v>
                </c:pt>
                <c:pt idx="1139">
                  <c:v>143918.7868160815</c:v>
                </c:pt>
                <c:pt idx="1140">
                  <c:v>144039.45563330938</c:v>
                </c:pt>
                <c:pt idx="1141">
                  <c:v>144160.12445053726</c:v>
                </c:pt>
                <c:pt idx="1142">
                  <c:v>144280.79326776514</c:v>
                </c:pt>
                <c:pt idx="1143">
                  <c:v>144403.44657260057</c:v>
                </c:pt>
                <c:pt idx="1144">
                  <c:v>144526.099877436</c:v>
                </c:pt>
                <c:pt idx="1145">
                  <c:v>144648.75318227144</c:v>
                </c:pt>
                <c:pt idx="1146">
                  <c:v>144771.40648710687</c:v>
                </c:pt>
                <c:pt idx="1147">
                  <c:v>144894.0597919423</c:v>
                </c:pt>
                <c:pt idx="1148">
                  <c:v>145016.71309677773</c:v>
                </c:pt>
                <c:pt idx="1149">
                  <c:v>145139.36640161317</c:v>
                </c:pt>
                <c:pt idx="1150">
                  <c:v>145262.0197064486</c:v>
                </c:pt>
                <c:pt idx="1151">
                  <c:v>145384.67301128403</c:v>
                </c:pt>
                <c:pt idx="1152">
                  <c:v>145507.32631611946</c:v>
                </c:pt>
                <c:pt idx="1153">
                  <c:v>145629.9796209549</c:v>
                </c:pt>
                <c:pt idx="1154">
                  <c:v>145757.53988285884</c:v>
                </c:pt>
                <c:pt idx="1155">
                  <c:v>145886.36779395322</c:v>
                </c:pt>
                <c:pt idx="1156">
                  <c:v>146015.31456709665</c:v>
                </c:pt>
                <c:pt idx="1157">
                  <c:v>146144.26134024007</c:v>
                </c:pt>
                <c:pt idx="1158">
                  <c:v>146273.2081133835</c:v>
                </c:pt>
                <c:pt idx="1159">
                  <c:v>146402.15488652693</c:v>
                </c:pt>
                <c:pt idx="1160">
                  <c:v>146531.10165967036</c:v>
                </c:pt>
                <c:pt idx="1161">
                  <c:v>146660.04843281378</c:v>
                </c:pt>
                <c:pt idx="1162">
                  <c:v>146788.9952059572</c:v>
                </c:pt>
                <c:pt idx="1163">
                  <c:v>146917.94197910064</c:v>
                </c:pt>
                <c:pt idx="1164">
                  <c:v>147046.88875224406</c:v>
                </c:pt>
                <c:pt idx="1165">
                  <c:v>147175.8355253875</c:v>
                </c:pt>
                <c:pt idx="1166">
                  <c:v>147304.78229853092</c:v>
                </c:pt>
                <c:pt idx="1167">
                  <c:v>147433.72907167434</c:v>
                </c:pt>
                <c:pt idx="1168">
                  <c:v>147562.67584481777</c:v>
                </c:pt>
                <c:pt idx="1169">
                  <c:v>147691.6226179612</c:v>
                </c:pt>
                <c:pt idx="1170">
                  <c:v>147820.56939110463</c:v>
                </c:pt>
                <c:pt idx="1171">
                  <c:v>147949.51616424805</c:v>
                </c:pt>
                <c:pt idx="1172">
                  <c:v>148078.46293739148</c:v>
                </c:pt>
                <c:pt idx="1173">
                  <c:v>148207.4097105349</c:v>
                </c:pt>
                <c:pt idx="1174">
                  <c:v>148336.35648367833</c:v>
                </c:pt>
                <c:pt idx="1175">
                  <c:v>148465.30325682176</c:v>
                </c:pt>
                <c:pt idx="1176">
                  <c:v>148594.2500299652</c:v>
                </c:pt>
                <c:pt idx="1177">
                  <c:v>148723.1968031086</c:v>
                </c:pt>
                <c:pt idx="1178">
                  <c:v>148852.9381457485</c:v>
                </c:pt>
                <c:pt idx="1179">
                  <c:v>148980.24330244528</c:v>
                </c:pt>
                <c:pt idx="1180">
                  <c:v>149107.54845914204</c:v>
                </c:pt>
                <c:pt idx="1181">
                  <c:v>149234.8536158388</c:v>
                </c:pt>
                <c:pt idx="1182">
                  <c:v>149362.15877253556</c:v>
                </c:pt>
                <c:pt idx="1183">
                  <c:v>149489.46392923233</c:v>
                </c:pt>
                <c:pt idx="1184">
                  <c:v>149616.7690859291</c:v>
                </c:pt>
                <c:pt idx="1185">
                  <c:v>149744.07424262585</c:v>
                </c:pt>
                <c:pt idx="1186">
                  <c:v>149871.3793993226</c:v>
                </c:pt>
                <c:pt idx="1187">
                  <c:v>149998.68455601938</c:v>
                </c:pt>
                <c:pt idx="1188">
                  <c:v>150125.98971271614</c:v>
                </c:pt>
                <c:pt idx="1189">
                  <c:v>150253.2948694129</c:v>
                </c:pt>
                <c:pt idx="1190">
                  <c:v>150380.60002610966</c:v>
                </c:pt>
                <c:pt idx="1191">
                  <c:v>150507.90518280643</c:v>
                </c:pt>
                <c:pt idx="1192">
                  <c:v>150635.2103395032</c:v>
                </c:pt>
                <c:pt idx="1193">
                  <c:v>150762.51549619995</c:v>
                </c:pt>
                <c:pt idx="1194">
                  <c:v>150889.8206528967</c:v>
                </c:pt>
                <c:pt idx="1195">
                  <c:v>151017.12580959348</c:v>
                </c:pt>
                <c:pt idx="1196">
                  <c:v>151144.43096629024</c:v>
                </c:pt>
                <c:pt idx="1197">
                  <c:v>151271.736122987</c:v>
                </c:pt>
                <c:pt idx="1198">
                  <c:v>151399.04127968376</c:v>
                </c:pt>
                <c:pt idx="1199">
                  <c:v>151526.34643638053</c:v>
                </c:pt>
                <c:pt idx="1200">
                  <c:v>151653.6515930773</c:v>
                </c:pt>
                <c:pt idx="1201">
                  <c:v>151780.95674977405</c:v>
                </c:pt>
                <c:pt idx="1202">
                  <c:v>151908.2619064708</c:v>
                </c:pt>
                <c:pt idx="1203">
                  <c:v>152035.56706316757</c:v>
                </c:pt>
                <c:pt idx="1204">
                  <c:v>152162.87221986434</c:v>
                </c:pt>
                <c:pt idx="1205">
                  <c:v>152290.1773765611</c:v>
                </c:pt>
                <c:pt idx="1206">
                  <c:v>152418.91364842284</c:v>
                </c:pt>
                <c:pt idx="1207">
                  <c:v>152547.64992028457</c:v>
                </c:pt>
                <c:pt idx="1208">
                  <c:v>152676.3861921463</c:v>
                </c:pt>
                <c:pt idx="1209">
                  <c:v>152805.12246400805</c:v>
                </c:pt>
                <c:pt idx="1210">
                  <c:v>152933.85873586978</c:v>
                </c:pt>
                <c:pt idx="1211">
                  <c:v>153062.59500773152</c:v>
                </c:pt>
                <c:pt idx="1212">
                  <c:v>153191.33127959326</c:v>
                </c:pt>
                <c:pt idx="1213">
                  <c:v>153320.067551455</c:v>
                </c:pt>
                <c:pt idx="1214">
                  <c:v>153444.4234447035</c:v>
                </c:pt>
                <c:pt idx="1215">
                  <c:v>153568.77933795203</c:v>
                </c:pt>
                <c:pt idx="1216">
                  <c:v>153693.13523120055</c:v>
                </c:pt>
                <c:pt idx="1217">
                  <c:v>153817.49112444906</c:v>
                </c:pt>
                <c:pt idx="1218">
                  <c:v>153941.84701769758</c:v>
                </c:pt>
                <c:pt idx="1219">
                  <c:v>154066.2029109461</c:v>
                </c:pt>
                <c:pt idx="1220">
                  <c:v>154190.55880419462</c:v>
                </c:pt>
                <c:pt idx="1221">
                  <c:v>154314.91469744314</c:v>
                </c:pt>
                <c:pt idx="1222">
                  <c:v>154439.27059069165</c:v>
                </c:pt>
                <c:pt idx="1223">
                  <c:v>154563.62648394017</c:v>
                </c:pt>
                <c:pt idx="1224">
                  <c:v>154688.519492566</c:v>
                </c:pt>
                <c:pt idx="1225">
                  <c:v>154813.41250119184</c:v>
                </c:pt>
                <c:pt idx="1226">
                  <c:v>154938.30550981767</c:v>
                </c:pt>
                <c:pt idx="1227">
                  <c:v>155063.1985184435</c:v>
                </c:pt>
                <c:pt idx="1228">
                  <c:v>155188.09152706934</c:v>
                </c:pt>
                <c:pt idx="1229">
                  <c:v>155312.98453569517</c:v>
                </c:pt>
                <c:pt idx="1230">
                  <c:v>155437.877544321</c:v>
                </c:pt>
                <c:pt idx="1231">
                  <c:v>155562.77055294684</c:v>
                </c:pt>
                <c:pt idx="1232">
                  <c:v>155687.66356157267</c:v>
                </c:pt>
                <c:pt idx="1233">
                  <c:v>155812.5565701985</c:v>
                </c:pt>
                <c:pt idx="1234">
                  <c:v>155935.7257828217</c:v>
                </c:pt>
                <c:pt idx="1235">
                  <c:v>156058.89499544492</c:v>
                </c:pt>
                <c:pt idx="1236">
                  <c:v>156182.06420806813</c:v>
                </c:pt>
                <c:pt idx="1237">
                  <c:v>156305.23342069134</c:v>
                </c:pt>
                <c:pt idx="1238">
                  <c:v>156428.40263331454</c:v>
                </c:pt>
                <c:pt idx="1239">
                  <c:v>156551.57184593775</c:v>
                </c:pt>
                <c:pt idx="1240">
                  <c:v>156674.55585005737</c:v>
                </c:pt>
                <c:pt idx="1241">
                  <c:v>156797.53985417698</c:v>
                </c:pt>
                <c:pt idx="1242">
                  <c:v>156921.6264232672</c:v>
                </c:pt>
                <c:pt idx="1243">
                  <c:v>157045.71299235744</c:v>
                </c:pt>
                <c:pt idx="1244">
                  <c:v>157173.79293851272</c:v>
                </c:pt>
                <c:pt idx="1245">
                  <c:v>157301.872884668</c:v>
                </c:pt>
                <c:pt idx="1246">
                  <c:v>157429.8777535586</c:v>
                </c:pt>
                <c:pt idx="1247">
                  <c:v>157557.8826224492</c:v>
                </c:pt>
                <c:pt idx="1248">
                  <c:v>157685.8874913398</c:v>
                </c:pt>
                <c:pt idx="1249">
                  <c:v>157813.89236023038</c:v>
                </c:pt>
                <c:pt idx="1250">
                  <c:v>157941.89722912098</c:v>
                </c:pt>
                <c:pt idx="1251">
                  <c:v>158069.90209801157</c:v>
                </c:pt>
                <c:pt idx="1252">
                  <c:v>158197.90696690217</c:v>
                </c:pt>
                <c:pt idx="1253">
                  <c:v>158325.91183579277</c:v>
                </c:pt>
                <c:pt idx="1254">
                  <c:v>158453.91670468336</c:v>
                </c:pt>
                <c:pt idx="1255">
                  <c:v>158581.92157357396</c:v>
                </c:pt>
                <c:pt idx="1256">
                  <c:v>158709.92644246455</c:v>
                </c:pt>
                <c:pt idx="1257">
                  <c:v>158837.93131135515</c:v>
                </c:pt>
                <c:pt idx="1258">
                  <c:v>158965.93618024574</c:v>
                </c:pt>
                <c:pt idx="1259">
                  <c:v>159093.94104913634</c:v>
                </c:pt>
                <c:pt idx="1260">
                  <c:v>159221.94591802693</c:v>
                </c:pt>
                <c:pt idx="1261">
                  <c:v>159349.95078691753</c:v>
                </c:pt>
                <c:pt idx="1262">
                  <c:v>159477.95565580812</c:v>
                </c:pt>
                <c:pt idx="1263">
                  <c:v>159606.2019591614</c:v>
                </c:pt>
                <c:pt idx="1264">
                  <c:v>159734.4482625147</c:v>
                </c:pt>
                <c:pt idx="1265">
                  <c:v>159862.69456586798</c:v>
                </c:pt>
                <c:pt idx="1266">
                  <c:v>159990.94086922126</c:v>
                </c:pt>
                <c:pt idx="1267">
                  <c:v>160124.18802772564</c:v>
                </c:pt>
                <c:pt idx="1268">
                  <c:v>160257.43518623002</c:v>
                </c:pt>
                <c:pt idx="1269">
                  <c:v>160392.9802765812</c:v>
                </c:pt>
                <c:pt idx="1270">
                  <c:v>160528.52536693236</c:v>
                </c:pt>
                <c:pt idx="1271">
                  <c:v>160664.07045728352</c:v>
                </c:pt>
                <c:pt idx="1272">
                  <c:v>160799.59026053568</c:v>
                </c:pt>
                <c:pt idx="1273">
                  <c:v>160935.11006378784</c:v>
                </c:pt>
                <c:pt idx="1274">
                  <c:v>161070.62986704</c:v>
                </c:pt>
                <c:pt idx="1275">
                  <c:v>161206.14967029216</c:v>
                </c:pt>
                <c:pt idx="1276">
                  <c:v>161342.95252735322</c:v>
                </c:pt>
                <c:pt idx="1277">
                  <c:v>161479.75538441428</c:v>
                </c:pt>
                <c:pt idx="1278">
                  <c:v>161616.55824147534</c:v>
                </c:pt>
                <c:pt idx="1279">
                  <c:v>161753.3610985364</c:v>
                </c:pt>
                <c:pt idx="1280">
                  <c:v>161888.55876897028</c:v>
                </c:pt>
                <c:pt idx="1281">
                  <c:v>162023.75643940415</c:v>
                </c:pt>
                <c:pt idx="1282">
                  <c:v>162158.95410983803</c:v>
                </c:pt>
                <c:pt idx="1283">
                  <c:v>162293.566435458</c:v>
                </c:pt>
                <c:pt idx="1284">
                  <c:v>162428.17876107796</c:v>
                </c:pt>
                <c:pt idx="1285">
                  <c:v>162562.79108669792</c:v>
                </c:pt>
                <c:pt idx="1286">
                  <c:v>162697.4034123179</c:v>
                </c:pt>
                <c:pt idx="1287">
                  <c:v>162831.23195023238</c:v>
                </c:pt>
                <c:pt idx="1288">
                  <c:v>162966.68769614818</c:v>
                </c:pt>
                <c:pt idx="1289">
                  <c:v>163102.14344206397</c:v>
                </c:pt>
                <c:pt idx="1290">
                  <c:v>163237.59918797977</c:v>
                </c:pt>
                <c:pt idx="1291">
                  <c:v>163373.05493389556</c:v>
                </c:pt>
                <c:pt idx="1292">
                  <c:v>163508.51067981136</c:v>
                </c:pt>
                <c:pt idx="1293">
                  <c:v>163643.96642572715</c:v>
                </c:pt>
                <c:pt idx="1294">
                  <c:v>163779.42217164295</c:v>
                </c:pt>
                <c:pt idx="1295">
                  <c:v>163914.87791755874</c:v>
                </c:pt>
                <c:pt idx="1296">
                  <c:v>164050.33366347454</c:v>
                </c:pt>
                <c:pt idx="1297">
                  <c:v>164185.78940939033</c:v>
                </c:pt>
                <c:pt idx="1298">
                  <c:v>164321.24515530613</c:v>
                </c:pt>
                <c:pt idx="1299">
                  <c:v>164456.70090122192</c:v>
                </c:pt>
                <c:pt idx="1300">
                  <c:v>164592.15664713772</c:v>
                </c:pt>
                <c:pt idx="1301">
                  <c:v>164727.6123930535</c:v>
                </c:pt>
                <c:pt idx="1302">
                  <c:v>164863.0681389693</c:v>
                </c:pt>
                <c:pt idx="1303">
                  <c:v>164998.5238848851</c:v>
                </c:pt>
                <c:pt idx="1304">
                  <c:v>165133.9796308009</c:v>
                </c:pt>
                <c:pt idx="1305">
                  <c:v>165269.4353767167</c:v>
                </c:pt>
                <c:pt idx="1306">
                  <c:v>165404.89112263249</c:v>
                </c:pt>
                <c:pt idx="1307">
                  <c:v>165540.34686854828</c:v>
                </c:pt>
                <c:pt idx="1308">
                  <c:v>165675.80261446408</c:v>
                </c:pt>
                <c:pt idx="1309">
                  <c:v>165811.25836037987</c:v>
                </c:pt>
                <c:pt idx="1310">
                  <c:v>165946.71410629567</c:v>
                </c:pt>
                <c:pt idx="1311">
                  <c:v>166082.16985221146</c:v>
                </c:pt>
                <c:pt idx="1312">
                  <c:v>166217.62559812726</c:v>
                </c:pt>
                <c:pt idx="1313">
                  <c:v>166353.08134404305</c:v>
                </c:pt>
                <c:pt idx="1314">
                  <c:v>166488.53708995885</c:v>
                </c:pt>
                <c:pt idx="1315">
                  <c:v>166623.99283587464</c:v>
                </c:pt>
                <c:pt idx="1316">
                  <c:v>166759.44858179044</c:v>
                </c:pt>
                <c:pt idx="1317">
                  <c:v>166894.90432770623</c:v>
                </c:pt>
                <c:pt idx="1318">
                  <c:v>167030.36007362203</c:v>
                </c:pt>
                <c:pt idx="1319">
                  <c:v>167165.81581953782</c:v>
                </c:pt>
                <c:pt idx="1320">
                  <c:v>167301.27156545362</c:v>
                </c:pt>
                <c:pt idx="1321">
                  <c:v>167436.7273113694</c:v>
                </c:pt>
                <c:pt idx="1322">
                  <c:v>167572.1830572852</c:v>
                </c:pt>
                <c:pt idx="1323">
                  <c:v>167707.638803201</c:v>
                </c:pt>
                <c:pt idx="1324">
                  <c:v>167843.0945491168</c:v>
                </c:pt>
                <c:pt idx="1325">
                  <c:v>167978.5502950326</c:v>
                </c:pt>
                <c:pt idx="1326">
                  <c:v>168114.00604094838</c:v>
                </c:pt>
                <c:pt idx="1327">
                  <c:v>168249.46178686418</c:v>
                </c:pt>
                <c:pt idx="1328">
                  <c:v>168384.91753277997</c:v>
                </c:pt>
                <c:pt idx="1329">
                  <c:v>168520.37327869577</c:v>
                </c:pt>
                <c:pt idx="1330">
                  <c:v>168655.82902461156</c:v>
                </c:pt>
                <c:pt idx="1331">
                  <c:v>168791.28477052736</c:v>
                </c:pt>
                <c:pt idx="1332">
                  <c:v>168926.74051644315</c:v>
                </c:pt>
                <c:pt idx="1333">
                  <c:v>169062.19626235895</c:v>
                </c:pt>
                <c:pt idx="1334">
                  <c:v>169197.65200827474</c:v>
                </c:pt>
                <c:pt idx="1335">
                  <c:v>169333.10775419054</c:v>
                </c:pt>
                <c:pt idx="1336">
                  <c:v>169468.56350010633</c:v>
                </c:pt>
                <c:pt idx="1337">
                  <c:v>169604.01924602213</c:v>
                </c:pt>
                <c:pt idx="1338">
                  <c:v>169739.47499193792</c:v>
                </c:pt>
                <c:pt idx="1339">
                  <c:v>169874.93073785372</c:v>
                </c:pt>
                <c:pt idx="1340">
                  <c:v>170010.38648376951</c:v>
                </c:pt>
                <c:pt idx="1341">
                  <c:v>170145.8422296853</c:v>
                </c:pt>
                <c:pt idx="1342">
                  <c:v>170281.2979756011</c:v>
                </c:pt>
                <c:pt idx="1343">
                  <c:v>170416.7537215169</c:v>
                </c:pt>
                <c:pt idx="1344">
                  <c:v>170552.2094674327</c:v>
                </c:pt>
                <c:pt idx="1345">
                  <c:v>170688.34330214752</c:v>
                </c:pt>
                <c:pt idx="1346">
                  <c:v>170824.47713686235</c:v>
                </c:pt>
                <c:pt idx="1347">
                  <c:v>170960.61097157717</c:v>
                </c:pt>
                <c:pt idx="1348">
                  <c:v>171096.744806292</c:v>
                </c:pt>
                <c:pt idx="1349">
                  <c:v>171232.87864100683</c:v>
                </c:pt>
                <c:pt idx="1350">
                  <c:v>171369.01247572165</c:v>
                </c:pt>
                <c:pt idx="1351">
                  <c:v>171505.14631043648</c:v>
                </c:pt>
                <c:pt idx="1352">
                  <c:v>171641.2801451513</c:v>
                </c:pt>
                <c:pt idx="1353">
                  <c:v>171777.41397986613</c:v>
                </c:pt>
                <c:pt idx="1354">
                  <c:v>171913.54781458096</c:v>
                </c:pt>
                <c:pt idx="1355">
                  <c:v>172049.6816492958</c:v>
                </c:pt>
                <c:pt idx="1356">
                  <c:v>172185.8154840106</c:v>
                </c:pt>
                <c:pt idx="1357">
                  <c:v>172321.94931872544</c:v>
                </c:pt>
                <c:pt idx="1358">
                  <c:v>172458.08315344027</c:v>
                </c:pt>
                <c:pt idx="1359">
                  <c:v>172594.2169881551</c:v>
                </c:pt>
                <c:pt idx="1360">
                  <c:v>172730.35082286992</c:v>
                </c:pt>
                <c:pt idx="1361">
                  <c:v>172866.48465758475</c:v>
                </c:pt>
                <c:pt idx="1362">
                  <c:v>173002.61849229957</c:v>
                </c:pt>
                <c:pt idx="1363">
                  <c:v>173138.7523270144</c:v>
                </c:pt>
                <c:pt idx="1364">
                  <c:v>173274.88616172923</c:v>
                </c:pt>
                <c:pt idx="1365">
                  <c:v>173411.01999644405</c:v>
                </c:pt>
                <c:pt idx="1366">
                  <c:v>173547.15383115888</c:v>
                </c:pt>
                <c:pt idx="1367">
                  <c:v>173683.2876658737</c:v>
                </c:pt>
                <c:pt idx="1368">
                  <c:v>173819.42150058853</c:v>
                </c:pt>
                <c:pt idx="1369">
                  <c:v>173955.55533530336</c:v>
                </c:pt>
                <c:pt idx="1370">
                  <c:v>174091.6891700182</c:v>
                </c:pt>
                <c:pt idx="1371">
                  <c:v>174227.823004733</c:v>
                </c:pt>
                <c:pt idx="1372">
                  <c:v>174362.53940492927</c:v>
                </c:pt>
                <c:pt idx="1373">
                  <c:v>174497.25580512552</c:v>
                </c:pt>
                <c:pt idx="1374">
                  <c:v>174631.97220532177</c:v>
                </c:pt>
                <c:pt idx="1375">
                  <c:v>174767.79035730206</c:v>
                </c:pt>
                <c:pt idx="1376">
                  <c:v>174903.60850928235</c:v>
                </c:pt>
                <c:pt idx="1377">
                  <c:v>175039.42666126264</c:v>
                </c:pt>
                <c:pt idx="1378">
                  <c:v>175175.24481324293</c:v>
                </c:pt>
                <c:pt idx="1379">
                  <c:v>175311.06296522322</c:v>
                </c:pt>
                <c:pt idx="1380">
                  <c:v>175446.8811172035</c:v>
                </c:pt>
                <c:pt idx="1381">
                  <c:v>175582.6992691838</c:v>
                </c:pt>
                <c:pt idx="1382">
                  <c:v>175718.51742116408</c:v>
                </c:pt>
                <c:pt idx="1383">
                  <c:v>175854.33557314437</c:v>
                </c:pt>
                <c:pt idx="1384">
                  <c:v>175990.15372512466</c:v>
                </c:pt>
                <c:pt idx="1385">
                  <c:v>176125.5085825947</c:v>
                </c:pt>
                <c:pt idx="1386">
                  <c:v>176260.8634400647</c:v>
                </c:pt>
                <c:pt idx="1387">
                  <c:v>176396.21829753474</c:v>
                </c:pt>
                <c:pt idx="1388">
                  <c:v>176531.57315500476</c:v>
                </c:pt>
                <c:pt idx="1389">
                  <c:v>176666.9280124748</c:v>
                </c:pt>
                <c:pt idx="1390">
                  <c:v>176805.87113443535</c:v>
                </c:pt>
                <c:pt idx="1391">
                  <c:v>176942.22885878084</c:v>
                </c:pt>
                <c:pt idx="1392">
                  <c:v>177078.58658312634</c:v>
                </c:pt>
                <c:pt idx="1393">
                  <c:v>177214.94430747183</c:v>
                </c:pt>
                <c:pt idx="1394">
                  <c:v>177351.30203181732</c:v>
                </c:pt>
                <c:pt idx="1395">
                  <c:v>177487.65975616282</c:v>
                </c:pt>
                <c:pt idx="1396">
                  <c:v>177624.0174805083</c:v>
                </c:pt>
                <c:pt idx="1397">
                  <c:v>177760.3752048538</c:v>
                </c:pt>
                <c:pt idx="1398">
                  <c:v>177896.7329291993</c:v>
                </c:pt>
                <c:pt idx="1399">
                  <c:v>178033.0906535448</c:v>
                </c:pt>
                <c:pt idx="1400">
                  <c:v>178169.44837789028</c:v>
                </c:pt>
                <c:pt idx="1401">
                  <c:v>178305.80610223577</c:v>
                </c:pt>
                <c:pt idx="1402">
                  <c:v>178442.16382658127</c:v>
                </c:pt>
                <c:pt idx="1403">
                  <c:v>178578.52155092676</c:v>
                </c:pt>
                <c:pt idx="1404">
                  <c:v>178714.87927527225</c:v>
                </c:pt>
                <c:pt idx="1405">
                  <c:v>178851.23699961774</c:v>
                </c:pt>
                <c:pt idx="1406">
                  <c:v>178987.59472396324</c:v>
                </c:pt>
                <c:pt idx="1407">
                  <c:v>179123.95244830873</c:v>
                </c:pt>
                <c:pt idx="1408">
                  <c:v>179260.31017265422</c:v>
                </c:pt>
                <c:pt idx="1409">
                  <c:v>179396.66789699972</c:v>
                </c:pt>
                <c:pt idx="1410">
                  <c:v>179533.0256213452</c:v>
                </c:pt>
                <c:pt idx="1411">
                  <c:v>179669.3833456907</c:v>
                </c:pt>
                <c:pt idx="1412">
                  <c:v>179805.7410700362</c:v>
                </c:pt>
                <c:pt idx="1413">
                  <c:v>179942.0987943817</c:v>
                </c:pt>
                <c:pt idx="1414">
                  <c:v>180078.45651872718</c:v>
                </c:pt>
                <c:pt idx="1415">
                  <c:v>180214.81424307267</c:v>
                </c:pt>
                <c:pt idx="1416">
                  <c:v>180351.17196741817</c:v>
                </c:pt>
                <c:pt idx="1417">
                  <c:v>180487.52969176366</c:v>
                </c:pt>
                <c:pt idx="1418">
                  <c:v>180623.88741610915</c:v>
                </c:pt>
                <c:pt idx="1419">
                  <c:v>180760.24514045464</c:v>
                </c:pt>
                <c:pt idx="1420">
                  <c:v>180896.60286480014</c:v>
                </c:pt>
                <c:pt idx="1421">
                  <c:v>181032.96058914563</c:v>
                </c:pt>
                <c:pt idx="1422">
                  <c:v>181169.31831349112</c:v>
                </c:pt>
                <c:pt idx="1423">
                  <c:v>181305.67603783662</c:v>
                </c:pt>
                <c:pt idx="1424">
                  <c:v>181442.0337621821</c:v>
                </c:pt>
                <c:pt idx="1425">
                  <c:v>181578.3914865276</c:v>
                </c:pt>
                <c:pt idx="1426">
                  <c:v>181714.7492108731</c:v>
                </c:pt>
                <c:pt idx="1427">
                  <c:v>181851.1069352186</c:v>
                </c:pt>
                <c:pt idx="1428">
                  <c:v>181987.46465956408</c:v>
                </c:pt>
                <c:pt idx="1429">
                  <c:v>182123.82238390957</c:v>
                </c:pt>
                <c:pt idx="1430">
                  <c:v>182260.18010825507</c:v>
                </c:pt>
                <c:pt idx="1431">
                  <c:v>182396.53783260056</c:v>
                </c:pt>
                <c:pt idx="1432">
                  <c:v>182532.89555694605</c:v>
                </c:pt>
                <c:pt idx="1433">
                  <c:v>182669.25328129155</c:v>
                </c:pt>
                <c:pt idx="1434">
                  <c:v>182805.61100563704</c:v>
                </c:pt>
                <c:pt idx="1435">
                  <c:v>182941.96872998253</c:v>
                </c:pt>
                <c:pt idx="1436">
                  <c:v>183078.32645432802</c:v>
                </c:pt>
                <c:pt idx="1437">
                  <c:v>183214.68417867352</c:v>
                </c:pt>
                <c:pt idx="1438">
                  <c:v>183351.041903019</c:v>
                </c:pt>
                <c:pt idx="1439">
                  <c:v>183487.3996273645</c:v>
                </c:pt>
                <c:pt idx="1440">
                  <c:v>183623.75735171</c:v>
                </c:pt>
                <c:pt idx="1441">
                  <c:v>183760.1150760555</c:v>
                </c:pt>
                <c:pt idx="1442">
                  <c:v>183896.47280040098</c:v>
                </c:pt>
                <c:pt idx="1443">
                  <c:v>184030.62747454722</c:v>
                </c:pt>
                <c:pt idx="1444">
                  <c:v>184167.7277719637</c:v>
                </c:pt>
                <c:pt idx="1445">
                  <c:v>184304.82806938016</c:v>
                </c:pt>
                <c:pt idx="1446">
                  <c:v>184441.92836679664</c:v>
                </c:pt>
                <c:pt idx="1447">
                  <c:v>184579.0286642131</c:v>
                </c:pt>
                <c:pt idx="1448">
                  <c:v>184716.12896162958</c:v>
                </c:pt>
                <c:pt idx="1449">
                  <c:v>184853.22925904606</c:v>
                </c:pt>
                <c:pt idx="1450">
                  <c:v>184990.32955646253</c:v>
                </c:pt>
                <c:pt idx="1451">
                  <c:v>185128.388840119</c:v>
                </c:pt>
                <c:pt idx="1452">
                  <c:v>185268.13601841393</c:v>
                </c:pt>
                <c:pt idx="1453">
                  <c:v>185407.88319670886</c:v>
                </c:pt>
                <c:pt idx="1454">
                  <c:v>185547.6303750038</c:v>
                </c:pt>
                <c:pt idx="1455">
                  <c:v>185687.37755329872</c:v>
                </c:pt>
                <c:pt idx="1456">
                  <c:v>185827.12473159365</c:v>
                </c:pt>
                <c:pt idx="1457">
                  <c:v>185966.87190988858</c:v>
                </c:pt>
                <c:pt idx="1458">
                  <c:v>186106.6190881835</c:v>
                </c:pt>
                <c:pt idx="1459">
                  <c:v>186246.36626647844</c:v>
                </c:pt>
                <c:pt idx="1460">
                  <c:v>186386.11344477336</c:v>
                </c:pt>
                <c:pt idx="1461">
                  <c:v>186525.8606230683</c:v>
                </c:pt>
                <c:pt idx="1462">
                  <c:v>186665.60780136322</c:v>
                </c:pt>
                <c:pt idx="1463">
                  <c:v>186805.35497965815</c:v>
                </c:pt>
                <c:pt idx="1464">
                  <c:v>186945.10215795308</c:v>
                </c:pt>
                <c:pt idx="1465">
                  <c:v>187084.849336248</c:v>
                </c:pt>
                <c:pt idx="1466">
                  <c:v>187224.59651454294</c:v>
                </c:pt>
                <c:pt idx="1467">
                  <c:v>187364.34369283787</c:v>
                </c:pt>
                <c:pt idx="1468">
                  <c:v>187504.0908711328</c:v>
                </c:pt>
                <c:pt idx="1469">
                  <c:v>187643.83804942772</c:v>
                </c:pt>
                <c:pt idx="1470">
                  <c:v>187783.58522772265</c:v>
                </c:pt>
                <c:pt idx="1471">
                  <c:v>187923.33240601758</c:v>
                </c:pt>
                <c:pt idx="1472">
                  <c:v>188063.0795843125</c:v>
                </c:pt>
                <c:pt idx="1473">
                  <c:v>188202.82676260744</c:v>
                </c:pt>
                <c:pt idx="1474">
                  <c:v>188342.57394090237</c:v>
                </c:pt>
                <c:pt idx="1475">
                  <c:v>188482.3211191973</c:v>
                </c:pt>
                <c:pt idx="1476">
                  <c:v>188622.06829749222</c:v>
                </c:pt>
                <c:pt idx="1477">
                  <c:v>188761.81547578715</c:v>
                </c:pt>
                <c:pt idx="1478">
                  <c:v>188901.56265408208</c:v>
                </c:pt>
                <c:pt idx="1479">
                  <c:v>189041.309832377</c:v>
                </c:pt>
                <c:pt idx="1480">
                  <c:v>189181.05701067194</c:v>
                </c:pt>
                <c:pt idx="1481">
                  <c:v>189320.80418896687</c:v>
                </c:pt>
                <c:pt idx="1482">
                  <c:v>189460.5513672618</c:v>
                </c:pt>
                <c:pt idx="1483">
                  <c:v>189600.29854555673</c:v>
                </c:pt>
                <c:pt idx="1484">
                  <c:v>189740.04572385165</c:v>
                </c:pt>
                <c:pt idx="1485">
                  <c:v>189879.79290214658</c:v>
                </c:pt>
                <c:pt idx="1486">
                  <c:v>190019.5400804415</c:v>
                </c:pt>
                <c:pt idx="1487">
                  <c:v>190159.28725873644</c:v>
                </c:pt>
                <c:pt idx="1488">
                  <c:v>190299.03443703137</c:v>
                </c:pt>
                <c:pt idx="1489">
                  <c:v>190438.7816153263</c:v>
                </c:pt>
                <c:pt idx="1490">
                  <c:v>190578.52879362123</c:v>
                </c:pt>
                <c:pt idx="1491">
                  <c:v>190718.27597191615</c:v>
                </c:pt>
                <c:pt idx="1492">
                  <c:v>190858.02315021108</c:v>
                </c:pt>
                <c:pt idx="1493">
                  <c:v>190997.770328506</c:v>
                </c:pt>
                <c:pt idx="1494">
                  <c:v>191137.51750680094</c:v>
                </c:pt>
                <c:pt idx="1495">
                  <c:v>191277.26468509587</c:v>
                </c:pt>
                <c:pt idx="1496">
                  <c:v>191417.0118633908</c:v>
                </c:pt>
                <c:pt idx="1497">
                  <c:v>191556.75904168573</c:v>
                </c:pt>
                <c:pt idx="1498">
                  <c:v>191696.50621998066</c:v>
                </c:pt>
                <c:pt idx="1499">
                  <c:v>191836.25339827558</c:v>
                </c:pt>
                <c:pt idx="1500">
                  <c:v>191976.0005765705</c:v>
                </c:pt>
                <c:pt idx="1501">
                  <c:v>192115.74775486544</c:v>
                </c:pt>
                <c:pt idx="1502">
                  <c:v>192255.49493316037</c:v>
                </c:pt>
                <c:pt idx="1503">
                  <c:v>192395.2421114553</c:v>
                </c:pt>
                <c:pt idx="1504">
                  <c:v>192534.98928975023</c:v>
                </c:pt>
                <c:pt idx="1505">
                  <c:v>192674.73646804516</c:v>
                </c:pt>
                <c:pt idx="1506">
                  <c:v>192814.4836463401</c:v>
                </c:pt>
                <c:pt idx="1507">
                  <c:v>192954.23082463501</c:v>
                </c:pt>
                <c:pt idx="1508">
                  <c:v>193093.97800292994</c:v>
                </c:pt>
                <c:pt idx="1509">
                  <c:v>193233.72518122487</c:v>
                </c:pt>
                <c:pt idx="1510">
                  <c:v>193373.4723595198</c:v>
                </c:pt>
                <c:pt idx="1511">
                  <c:v>193513.21953781473</c:v>
                </c:pt>
                <c:pt idx="1512">
                  <c:v>193652.96671610966</c:v>
                </c:pt>
                <c:pt idx="1513">
                  <c:v>193792.7138944046</c:v>
                </c:pt>
                <c:pt idx="1514">
                  <c:v>193932.46107269952</c:v>
                </c:pt>
                <c:pt idx="1515">
                  <c:v>194072.20825099444</c:v>
                </c:pt>
                <c:pt idx="1516">
                  <c:v>194211.95542928937</c:v>
                </c:pt>
                <c:pt idx="1517">
                  <c:v>194351.7026075843</c:v>
                </c:pt>
                <c:pt idx="1518">
                  <c:v>194491.44978587923</c:v>
                </c:pt>
                <c:pt idx="1519">
                  <c:v>194631.19696417416</c:v>
                </c:pt>
                <c:pt idx="1520">
                  <c:v>194770.9441424691</c:v>
                </c:pt>
                <c:pt idx="1521">
                  <c:v>194910.69132076402</c:v>
                </c:pt>
                <c:pt idx="1522">
                  <c:v>195050.43849905895</c:v>
                </c:pt>
                <c:pt idx="1523">
                  <c:v>195190.18567735387</c:v>
                </c:pt>
                <c:pt idx="1524">
                  <c:v>195329.9328556488</c:v>
                </c:pt>
                <c:pt idx="1525">
                  <c:v>195469.68003394373</c:v>
                </c:pt>
                <c:pt idx="1526">
                  <c:v>195609.42721223866</c:v>
                </c:pt>
                <c:pt idx="1527">
                  <c:v>195749.1743905336</c:v>
                </c:pt>
                <c:pt idx="1528">
                  <c:v>195888.92156882852</c:v>
                </c:pt>
                <c:pt idx="1529">
                  <c:v>196028.66874712345</c:v>
                </c:pt>
                <c:pt idx="1530">
                  <c:v>196168.41592541838</c:v>
                </c:pt>
                <c:pt idx="1531">
                  <c:v>196308.1631037133</c:v>
                </c:pt>
                <c:pt idx="1532">
                  <c:v>196447.91028200823</c:v>
                </c:pt>
                <c:pt idx="1533">
                  <c:v>196587.65746030316</c:v>
                </c:pt>
                <c:pt idx="1534">
                  <c:v>196727.4046385981</c:v>
                </c:pt>
                <c:pt idx="1535">
                  <c:v>196867.15181689302</c:v>
                </c:pt>
                <c:pt idx="1536">
                  <c:v>197006.89899518795</c:v>
                </c:pt>
                <c:pt idx="1537">
                  <c:v>197146.64617348288</c:v>
                </c:pt>
                <c:pt idx="1538">
                  <c:v>197286.3933517778</c:v>
                </c:pt>
                <c:pt idx="1539">
                  <c:v>197426.14053007273</c:v>
                </c:pt>
                <c:pt idx="1540">
                  <c:v>197565.88770836766</c:v>
                </c:pt>
                <c:pt idx="1541">
                  <c:v>197705.6348866626</c:v>
                </c:pt>
                <c:pt idx="1542">
                  <c:v>197845.38206495752</c:v>
                </c:pt>
                <c:pt idx="1543">
                  <c:v>197985.12924325245</c:v>
                </c:pt>
                <c:pt idx="1544">
                  <c:v>198124.87642154738</c:v>
                </c:pt>
                <c:pt idx="1545">
                  <c:v>198264.6235998423</c:v>
                </c:pt>
                <c:pt idx="1546">
                  <c:v>198402.3548234787</c:v>
                </c:pt>
                <c:pt idx="1547">
                  <c:v>198540.0860471151</c:v>
                </c:pt>
                <c:pt idx="1548">
                  <c:v>198677.8172707515</c:v>
                </c:pt>
                <c:pt idx="1549">
                  <c:v>198815.54849438788</c:v>
                </c:pt>
                <c:pt idx="1550">
                  <c:v>198953.27971802428</c:v>
                </c:pt>
                <c:pt idx="1551">
                  <c:v>199091.01094166067</c:v>
                </c:pt>
                <c:pt idx="1552">
                  <c:v>199228.74216529707</c:v>
                </c:pt>
                <c:pt idx="1553">
                  <c:v>199366.47338893346</c:v>
                </c:pt>
                <c:pt idx="1554">
                  <c:v>199504.20461256985</c:v>
                </c:pt>
                <c:pt idx="1555">
                  <c:v>199641.93583620625</c:v>
                </c:pt>
                <c:pt idx="1556">
                  <c:v>199779.66705984264</c:v>
                </c:pt>
                <c:pt idx="1557">
                  <c:v>199917.39828347904</c:v>
                </c:pt>
                <c:pt idx="1558">
                  <c:v>200055.12950711543</c:v>
                </c:pt>
                <c:pt idx="1559">
                  <c:v>200192.86073075183</c:v>
                </c:pt>
                <c:pt idx="1560">
                  <c:v>200330.59195438822</c:v>
                </c:pt>
                <c:pt idx="1561">
                  <c:v>200468.3231780246</c:v>
                </c:pt>
                <c:pt idx="1562">
                  <c:v>200606.054401661</c:v>
                </c:pt>
                <c:pt idx="1563">
                  <c:v>200743.7856252974</c:v>
                </c:pt>
                <c:pt idx="1564">
                  <c:v>200881.5168489338</c:v>
                </c:pt>
                <c:pt idx="1565">
                  <c:v>201019.2480725702</c:v>
                </c:pt>
                <c:pt idx="1566">
                  <c:v>201156.97929620658</c:v>
                </c:pt>
                <c:pt idx="1567">
                  <c:v>201294.71051984298</c:v>
                </c:pt>
                <c:pt idx="1568">
                  <c:v>201432.44174347937</c:v>
                </c:pt>
                <c:pt idx="1569">
                  <c:v>201570.17296711577</c:v>
                </c:pt>
                <c:pt idx="1570">
                  <c:v>201707.90419075216</c:v>
                </c:pt>
                <c:pt idx="1571">
                  <c:v>201845.63541438855</c:v>
                </c:pt>
                <c:pt idx="1572">
                  <c:v>201983.36663802495</c:v>
                </c:pt>
                <c:pt idx="1573">
                  <c:v>202121.09786166134</c:v>
                </c:pt>
                <c:pt idx="1574">
                  <c:v>202258.82908529774</c:v>
                </c:pt>
                <c:pt idx="1575">
                  <c:v>202396.56030893413</c:v>
                </c:pt>
                <c:pt idx="1576">
                  <c:v>202534.29153257053</c:v>
                </c:pt>
                <c:pt idx="1577">
                  <c:v>202672.02275620692</c:v>
                </c:pt>
                <c:pt idx="1578">
                  <c:v>202809.7539798433</c:v>
                </c:pt>
                <c:pt idx="1579">
                  <c:v>202947.4852034797</c:v>
                </c:pt>
                <c:pt idx="1580">
                  <c:v>203085.2164271161</c:v>
                </c:pt>
                <c:pt idx="1581">
                  <c:v>203222.9476507525</c:v>
                </c:pt>
                <c:pt idx="1582">
                  <c:v>203360.6788743889</c:v>
                </c:pt>
                <c:pt idx="1583">
                  <c:v>203498.41009802528</c:v>
                </c:pt>
                <c:pt idx="1584">
                  <c:v>203636.14132166168</c:v>
                </c:pt>
                <c:pt idx="1585">
                  <c:v>203768.0007489739</c:v>
                </c:pt>
                <c:pt idx="1586">
                  <c:v>203899.8601762861</c:v>
                </c:pt>
                <c:pt idx="1587">
                  <c:v>204031.71960359832</c:v>
                </c:pt>
                <c:pt idx="1588">
                  <c:v>204163.57903091054</c:v>
                </c:pt>
                <c:pt idx="1589">
                  <c:v>204295.43845822275</c:v>
                </c:pt>
                <c:pt idx="1590">
                  <c:v>204427.29788553496</c:v>
                </c:pt>
                <c:pt idx="1591">
                  <c:v>204559.15731284718</c:v>
                </c:pt>
                <c:pt idx="1592">
                  <c:v>204691.0167401594</c:v>
                </c:pt>
                <c:pt idx="1593">
                  <c:v>204822.8761674716</c:v>
                </c:pt>
                <c:pt idx="1594">
                  <c:v>204954.73559478382</c:v>
                </c:pt>
                <c:pt idx="1595">
                  <c:v>205086.59502209604</c:v>
                </c:pt>
                <c:pt idx="1596">
                  <c:v>205218.45444940825</c:v>
                </c:pt>
                <c:pt idx="1597">
                  <c:v>205350.31387672047</c:v>
                </c:pt>
                <c:pt idx="1598">
                  <c:v>205482.17330403268</c:v>
                </c:pt>
                <c:pt idx="1599">
                  <c:v>205614.0327313449</c:v>
                </c:pt>
                <c:pt idx="1600">
                  <c:v>205745.8921586571</c:v>
                </c:pt>
                <c:pt idx="1601">
                  <c:v>205877.75158596932</c:v>
                </c:pt>
                <c:pt idx="1602">
                  <c:v>206009.61101328154</c:v>
                </c:pt>
                <c:pt idx="1603">
                  <c:v>206141.47044059375</c:v>
                </c:pt>
                <c:pt idx="1604">
                  <c:v>206273.32986790597</c:v>
                </c:pt>
                <c:pt idx="1605">
                  <c:v>206405.18929521818</c:v>
                </c:pt>
                <c:pt idx="1606">
                  <c:v>206537.0487225304</c:v>
                </c:pt>
                <c:pt idx="1607">
                  <c:v>206668.9081498426</c:v>
                </c:pt>
                <c:pt idx="1608">
                  <c:v>206800.76757715482</c:v>
                </c:pt>
                <c:pt idx="1609">
                  <c:v>206932.62700446704</c:v>
                </c:pt>
                <c:pt idx="1610">
                  <c:v>207064.48643177925</c:v>
                </c:pt>
                <c:pt idx="1611">
                  <c:v>207196.34585909147</c:v>
                </c:pt>
                <c:pt idx="1612">
                  <c:v>207328.20528640368</c:v>
                </c:pt>
                <c:pt idx="1613">
                  <c:v>207460.0647137159</c:v>
                </c:pt>
                <c:pt idx="1614">
                  <c:v>207591.9241410281</c:v>
                </c:pt>
                <c:pt idx="1615">
                  <c:v>207723.78356834032</c:v>
                </c:pt>
                <c:pt idx="1616">
                  <c:v>207855.47920140816</c:v>
                </c:pt>
                <c:pt idx="1617">
                  <c:v>207987.18399911418</c:v>
                </c:pt>
                <c:pt idx="1618">
                  <c:v>208118.8887968202</c:v>
                </c:pt>
                <c:pt idx="1619">
                  <c:v>208250.5935945262</c:v>
                </c:pt>
                <c:pt idx="1620">
                  <c:v>208382.29839223222</c:v>
                </c:pt>
                <c:pt idx="1621">
                  <c:v>208514.00318993823</c:v>
                </c:pt>
                <c:pt idx="1622">
                  <c:v>208645.70798764424</c:v>
                </c:pt>
                <c:pt idx="1623">
                  <c:v>208779.73247167727</c:v>
                </c:pt>
                <c:pt idx="1624">
                  <c:v>208913.7569557103</c:v>
                </c:pt>
                <c:pt idx="1625">
                  <c:v>209048.6402314173</c:v>
                </c:pt>
                <c:pt idx="1626">
                  <c:v>209183.52350712428</c:v>
                </c:pt>
                <c:pt idx="1627">
                  <c:v>209318.40678283127</c:v>
                </c:pt>
                <c:pt idx="1628">
                  <c:v>209453.29005853826</c:v>
                </c:pt>
                <c:pt idx="1629">
                  <c:v>209588.17333424525</c:v>
                </c:pt>
                <c:pt idx="1630">
                  <c:v>209722.60999817948</c:v>
                </c:pt>
                <c:pt idx="1631">
                  <c:v>209857.04666211372</c:v>
                </c:pt>
                <c:pt idx="1632">
                  <c:v>209991.48332604795</c:v>
                </c:pt>
                <c:pt idx="1633">
                  <c:v>210125.91998998218</c:v>
                </c:pt>
                <c:pt idx="1634">
                  <c:v>210260.35665391642</c:v>
                </c:pt>
                <c:pt idx="1635">
                  <c:v>210394.79331785065</c:v>
                </c:pt>
                <c:pt idx="1636">
                  <c:v>210529.22998178488</c:v>
                </c:pt>
                <c:pt idx="1637">
                  <c:v>210663.66664571912</c:v>
                </c:pt>
                <c:pt idx="1638">
                  <c:v>210797.5278317926</c:v>
                </c:pt>
                <c:pt idx="1639">
                  <c:v>210931.38901786608</c:v>
                </c:pt>
                <c:pt idx="1640">
                  <c:v>211065.25020393956</c:v>
                </c:pt>
                <c:pt idx="1641">
                  <c:v>211199.11139001304</c:v>
                </c:pt>
                <c:pt idx="1642">
                  <c:v>211332.97257608653</c:v>
                </c:pt>
                <c:pt idx="1643">
                  <c:v>211466.83376216</c:v>
                </c:pt>
                <c:pt idx="1644">
                  <c:v>211600.6949482335</c:v>
                </c:pt>
                <c:pt idx="1645">
                  <c:v>211734.55613430697</c:v>
                </c:pt>
                <c:pt idx="1646">
                  <c:v>211868.41732038045</c:v>
                </c:pt>
                <c:pt idx="1647">
                  <c:v>212002.27850645393</c:v>
                </c:pt>
                <c:pt idx="1648">
                  <c:v>212136.13969252742</c:v>
                </c:pt>
                <c:pt idx="1649">
                  <c:v>212270.0008786009</c:v>
                </c:pt>
                <c:pt idx="1650">
                  <c:v>212403.86206467438</c:v>
                </c:pt>
                <c:pt idx="1651">
                  <c:v>212536.1054918876</c:v>
                </c:pt>
                <c:pt idx="1652">
                  <c:v>212668.34891910083</c:v>
                </c:pt>
                <c:pt idx="1653">
                  <c:v>212800.59234631405</c:v>
                </c:pt>
                <c:pt idx="1654">
                  <c:v>212932.83577352727</c:v>
                </c:pt>
                <c:pt idx="1655">
                  <c:v>213065.0792007405</c:v>
                </c:pt>
                <c:pt idx="1656">
                  <c:v>213197.73905330757</c:v>
                </c:pt>
                <c:pt idx="1657">
                  <c:v>213330.39890587464</c:v>
                </c:pt>
                <c:pt idx="1658">
                  <c:v>213463.0587584417</c:v>
                </c:pt>
                <c:pt idx="1659">
                  <c:v>213595.71861100878</c:v>
                </c:pt>
                <c:pt idx="1660">
                  <c:v>213728.37846357585</c:v>
                </c:pt>
                <c:pt idx="1661">
                  <c:v>213858.5595715522</c:v>
                </c:pt>
                <c:pt idx="1662">
                  <c:v>213988.74067952856</c:v>
                </c:pt>
                <c:pt idx="1663">
                  <c:v>214118.92178750492</c:v>
                </c:pt>
                <c:pt idx="1664">
                  <c:v>214249.10289548128</c:v>
                </c:pt>
                <c:pt idx="1665">
                  <c:v>214379.28400345764</c:v>
                </c:pt>
                <c:pt idx="1666">
                  <c:v>214509.465111434</c:v>
                </c:pt>
                <c:pt idx="1667">
                  <c:v>214639.64621941035</c:v>
                </c:pt>
                <c:pt idx="1668">
                  <c:v>214769.8273273867</c:v>
                </c:pt>
                <c:pt idx="1669">
                  <c:v>214900.00843536307</c:v>
                </c:pt>
                <c:pt idx="1670">
                  <c:v>215029.7473080185</c:v>
                </c:pt>
                <c:pt idx="1671">
                  <c:v>215159.70016179525</c:v>
                </c:pt>
                <c:pt idx="1672">
                  <c:v>215288.9432012776</c:v>
                </c:pt>
                <c:pt idx="1673">
                  <c:v>215418.18624075997</c:v>
                </c:pt>
                <c:pt idx="1674">
                  <c:v>215547.42928024233</c:v>
                </c:pt>
                <c:pt idx="1675">
                  <c:v>215676.6723197247</c:v>
                </c:pt>
                <c:pt idx="1676">
                  <c:v>215805.91535920705</c:v>
                </c:pt>
                <c:pt idx="1677">
                  <c:v>215933.95342657142</c:v>
                </c:pt>
                <c:pt idx="1678">
                  <c:v>216060.2657114217</c:v>
                </c:pt>
                <c:pt idx="1679">
                  <c:v>216186.57799627198</c:v>
                </c:pt>
                <c:pt idx="1680">
                  <c:v>216312.89028112227</c:v>
                </c:pt>
                <c:pt idx="1681">
                  <c:v>216439.20256597255</c:v>
                </c:pt>
                <c:pt idx="1682">
                  <c:v>216565.51485082283</c:v>
                </c:pt>
                <c:pt idx="1683">
                  <c:v>216691.8271356731</c:v>
                </c:pt>
                <c:pt idx="1684">
                  <c:v>216820.13202998185</c:v>
                </c:pt>
                <c:pt idx="1685">
                  <c:v>216948.43692429058</c:v>
                </c:pt>
                <c:pt idx="1686">
                  <c:v>217076.74181859932</c:v>
                </c:pt>
                <c:pt idx="1687">
                  <c:v>217205.04671290805</c:v>
                </c:pt>
                <c:pt idx="1688">
                  <c:v>217332.10041753703</c:v>
                </c:pt>
                <c:pt idx="1689">
                  <c:v>217459.15412216602</c:v>
                </c:pt>
                <c:pt idx="1690">
                  <c:v>217586.207826795</c:v>
                </c:pt>
                <c:pt idx="1691">
                  <c:v>217713.26153142398</c:v>
                </c:pt>
                <c:pt idx="1692">
                  <c:v>217840.31523605296</c:v>
                </c:pt>
                <c:pt idx="1693">
                  <c:v>217967.36894068195</c:v>
                </c:pt>
                <c:pt idx="1694">
                  <c:v>218094.42264531093</c:v>
                </c:pt>
                <c:pt idx="1695">
                  <c:v>218221.4763499399</c:v>
                </c:pt>
                <c:pt idx="1696">
                  <c:v>218348.5300545689</c:v>
                </c:pt>
                <c:pt idx="1697">
                  <c:v>218475.58375919788</c:v>
                </c:pt>
                <c:pt idx="1698">
                  <c:v>218602.63746382686</c:v>
                </c:pt>
                <c:pt idx="1699">
                  <c:v>218729.69116845584</c:v>
                </c:pt>
                <c:pt idx="1700">
                  <c:v>218856.74487308483</c:v>
                </c:pt>
                <c:pt idx="1701">
                  <c:v>218983.7985777138</c:v>
                </c:pt>
                <c:pt idx="1702">
                  <c:v>219109.4160631006</c:v>
                </c:pt>
                <c:pt idx="1703">
                  <c:v>219235.03354848738</c:v>
                </c:pt>
                <c:pt idx="1704">
                  <c:v>219360.65103387416</c:v>
                </c:pt>
                <c:pt idx="1705">
                  <c:v>219486.26851926095</c:v>
                </c:pt>
                <c:pt idx="1706">
                  <c:v>219611.88600464773</c:v>
                </c:pt>
                <c:pt idx="1707">
                  <c:v>219737.50349003452</c:v>
                </c:pt>
                <c:pt idx="1708">
                  <c:v>219863.1209754213</c:v>
                </c:pt>
                <c:pt idx="1709">
                  <c:v>219988.7384608081</c:v>
                </c:pt>
                <c:pt idx="1710">
                  <c:v>220114.35594619488</c:v>
                </c:pt>
                <c:pt idx="1711">
                  <c:v>220239.97343158166</c:v>
                </c:pt>
                <c:pt idx="1712">
                  <c:v>220363.3986479976</c:v>
                </c:pt>
                <c:pt idx="1713">
                  <c:v>220486.7384312755</c:v>
                </c:pt>
                <c:pt idx="1714">
                  <c:v>220610.07821455342</c:v>
                </c:pt>
                <c:pt idx="1715">
                  <c:v>220733.41799783133</c:v>
                </c:pt>
                <c:pt idx="1716">
                  <c:v>220856.75778110925</c:v>
                </c:pt>
                <c:pt idx="1717">
                  <c:v>220980.09756438716</c:v>
                </c:pt>
                <c:pt idx="1718">
                  <c:v>221103.43734766508</c:v>
                </c:pt>
                <c:pt idx="1719">
                  <c:v>221226.777130943</c:v>
                </c:pt>
                <c:pt idx="1720">
                  <c:v>221350.1169142209</c:v>
                </c:pt>
                <c:pt idx="1721">
                  <c:v>221473.45669749883</c:v>
                </c:pt>
                <c:pt idx="1722">
                  <c:v>221596.79648077674</c:v>
                </c:pt>
                <c:pt idx="1723">
                  <c:v>221720.13626405466</c:v>
                </c:pt>
                <c:pt idx="1724">
                  <c:v>221843.47604733257</c:v>
                </c:pt>
                <c:pt idx="1725">
                  <c:v>221966.8158306105</c:v>
                </c:pt>
                <c:pt idx="1726">
                  <c:v>222090.1556138884</c:v>
                </c:pt>
                <c:pt idx="1727">
                  <c:v>222213.9498772167</c:v>
                </c:pt>
                <c:pt idx="1728">
                  <c:v>222337.74414054502</c:v>
                </c:pt>
                <c:pt idx="1729">
                  <c:v>222461.53840387333</c:v>
                </c:pt>
                <c:pt idx="1730">
                  <c:v>222585.33266720164</c:v>
                </c:pt>
                <c:pt idx="1731">
                  <c:v>222709.12693052995</c:v>
                </c:pt>
                <c:pt idx="1732">
                  <c:v>222832.92119385826</c:v>
                </c:pt>
                <c:pt idx="1733">
                  <c:v>222956.71545718657</c:v>
                </c:pt>
                <c:pt idx="1734">
                  <c:v>223080.50972051488</c:v>
                </c:pt>
                <c:pt idx="1735">
                  <c:v>223204.3039838432</c:v>
                </c:pt>
                <c:pt idx="1736">
                  <c:v>223328.0982471715</c:v>
                </c:pt>
                <c:pt idx="1737">
                  <c:v>223451.8925104998</c:v>
                </c:pt>
                <c:pt idx="1738">
                  <c:v>223575.6867738281</c:v>
                </c:pt>
                <c:pt idx="1739">
                  <c:v>223699.48103715642</c:v>
                </c:pt>
                <c:pt idx="1740">
                  <c:v>223823.27530048473</c:v>
                </c:pt>
                <c:pt idx="1741">
                  <c:v>223947.06956381304</c:v>
                </c:pt>
                <c:pt idx="1742">
                  <c:v>224073.4848077338</c:v>
                </c:pt>
                <c:pt idx="1743">
                  <c:v>224200.36218583546</c:v>
                </c:pt>
                <c:pt idx="1744">
                  <c:v>224327.23956393712</c:v>
                </c:pt>
                <c:pt idx="1745">
                  <c:v>224454.2612137438</c:v>
                </c:pt>
                <c:pt idx="1746">
                  <c:v>224581.28286355047</c:v>
                </c:pt>
                <c:pt idx="1747">
                  <c:v>224708.30451335714</c:v>
                </c:pt>
                <c:pt idx="1748">
                  <c:v>224833.76218157503</c:v>
                </c:pt>
                <c:pt idx="1749">
                  <c:v>224959.21984979292</c:v>
                </c:pt>
                <c:pt idx="1750">
                  <c:v>225085.5587631637</c:v>
                </c:pt>
                <c:pt idx="1751">
                  <c:v>225211.89767653446</c:v>
                </c:pt>
                <c:pt idx="1752">
                  <c:v>225338.23658990522</c:v>
                </c:pt>
                <c:pt idx="1753">
                  <c:v>225464.575503276</c:v>
                </c:pt>
                <c:pt idx="1754">
                  <c:v>225590.91441664676</c:v>
                </c:pt>
                <c:pt idx="1755">
                  <c:v>225717.25333001753</c:v>
                </c:pt>
                <c:pt idx="1756">
                  <c:v>225843.5922433883</c:v>
                </c:pt>
                <c:pt idx="1757">
                  <c:v>225969.93115675906</c:v>
                </c:pt>
                <c:pt idx="1758">
                  <c:v>226096.27007012983</c:v>
                </c:pt>
                <c:pt idx="1759">
                  <c:v>226222.6089835006</c:v>
                </c:pt>
                <c:pt idx="1760">
                  <c:v>226348.94789687137</c:v>
                </c:pt>
                <c:pt idx="1761">
                  <c:v>226475.28681024213</c:v>
                </c:pt>
                <c:pt idx="1762">
                  <c:v>226601.6257236129</c:v>
                </c:pt>
                <c:pt idx="1763">
                  <c:v>226727.96463698367</c:v>
                </c:pt>
                <c:pt idx="1764">
                  <c:v>226854.30355035444</c:v>
                </c:pt>
                <c:pt idx="1765">
                  <c:v>226980.6424637252</c:v>
                </c:pt>
                <c:pt idx="1766">
                  <c:v>227106.98137709597</c:v>
                </c:pt>
                <c:pt idx="1767">
                  <c:v>227233.32029046674</c:v>
                </c:pt>
                <c:pt idx="1768">
                  <c:v>227359.6592038375</c:v>
                </c:pt>
                <c:pt idx="1769">
                  <c:v>227486.89121352727</c:v>
                </c:pt>
                <c:pt idx="1770">
                  <c:v>227614.12322321703</c:v>
                </c:pt>
                <c:pt idx="1771">
                  <c:v>227741.3552329068</c:v>
                </c:pt>
                <c:pt idx="1772">
                  <c:v>227868.58724259655</c:v>
                </c:pt>
                <c:pt idx="1773">
                  <c:v>227995.8192522863</c:v>
                </c:pt>
                <c:pt idx="1774">
                  <c:v>228123.05126197607</c:v>
                </c:pt>
                <c:pt idx="1775">
                  <c:v>228250.28327166583</c:v>
                </c:pt>
                <c:pt idx="1776">
                  <c:v>228376.61809018574</c:v>
                </c:pt>
                <c:pt idx="1777">
                  <c:v>228502.95290870566</c:v>
                </c:pt>
                <c:pt idx="1778">
                  <c:v>228629.28772722557</c:v>
                </c:pt>
                <c:pt idx="1779">
                  <c:v>228755.6225457455</c:v>
                </c:pt>
                <c:pt idx="1780">
                  <c:v>228881.9573642654</c:v>
                </c:pt>
                <c:pt idx="1781">
                  <c:v>229008.2921827853</c:v>
                </c:pt>
                <c:pt idx="1782">
                  <c:v>229134.62700130523</c:v>
                </c:pt>
                <c:pt idx="1783">
                  <c:v>229260.96181982514</c:v>
                </c:pt>
                <c:pt idx="1784">
                  <c:v>229387.29663834505</c:v>
                </c:pt>
                <c:pt idx="1785">
                  <c:v>229513.63145686497</c:v>
                </c:pt>
                <c:pt idx="1786">
                  <c:v>229639.96627538488</c:v>
                </c:pt>
                <c:pt idx="1787">
                  <c:v>229766.3010939048</c:v>
                </c:pt>
                <c:pt idx="1788">
                  <c:v>229892.6359124247</c:v>
                </c:pt>
                <c:pt idx="1789">
                  <c:v>230018.97073094462</c:v>
                </c:pt>
                <c:pt idx="1790">
                  <c:v>230145.30554946454</c:v>
                </c:pt>
                <c:pt idx="1791">
                  <c:v>230271.64036798445</c:v>
                </c:pt>
                <c:pt idx="1792">
                  <c:v>230397.97518650437</c:v>
                </c:pt>
                <c:pt idx="1793">
                  <c:v>230524.31000502428</c:v>
                </c:pt>
                <c:pt idx="1794">
                  <c:v>230650.6448235442</c:v>
                </c:pt>
                <c:pt idx="1795">
                  <c:v>230776.9796420641</c:v>
                </c:pt>
                <c:pt idx="1796">
                  <c:v>230903.31446058402</c:v>
                </c:pt>
                <c:pt idx="1797">
                  <c:v>231029.64927910393</c:v>
                </c:pt>
                <c:pt idx="1798">
                  <c:v>231155.98409762385</c:v>
                </c:pt>
                <c:pt idx="1799">
                  <c:v>231282.31891614376</c:v>
                </c:pt>
                <c:pt idx="1800">
                  <c:v>231408.65373466368</c:v>
                </c:pt>
                <c:pt idx="1801">
                  <c:v>231534.9885531836</c:v>
                </c:pt>
                <c:pt idx="1802">
                  <c:v>231661.3233717035</c:v>
                </c:pt>
                <c:pt idx="1803">
                  <c:v>231787.65819022342</c:v>
                </c:pt>
                <c:pt idx="1804">
                  <c:v>231913.99300874333</c:v>
                </c:pt>
                <c:pt idx="1805">
                  <c:v>232040.89846208447</c:v>
                </c:pt>
                <c:pt idx="1806">
                  <c:v>232164.19971559627</c:v>
                </c:pt>
                <c:pt idx="1807">
                  <c:v>232287.50096910808</c:v>
                </c:pt>
                <c:pt idx="1808">
                  <c:v>232410.80222261988</c:v>
                </c:pt>
                <c:pt idx="1809">
                  <c:v>232534.10347613168</c:v>
                </c:pt>
                <c:pt idx="1810">
                  <c:v>232657.4047296435</c:v>
                </c:pt>
                <c:pt idx="1811">
                  <c:v>232781.14835746808</c:v>
                </c:pt>
                <c:pt idx="1812">
                  <c:v>232904.89198529266</c:v>
                </c:pt>
                <c:pt idx="1813">
                  <c:v>233028.63561311725</c:v>
                </c:pt>
                <c:pt idx="1814">
                  <c:v>233152.37924094184</c:v>
                </c:pt>
                <c:pt idx="1815">
                  <c:v>233276.12286876643</c:v>
                </c:pt>
                <c:pt idx="1816">
                  <c:v>233399.866496591</c:v>
                </c:pt>
                <c:pt idx="1817">
                  <c:v>233523.6101244156</c:v>
                </c:pt>
                <c:pt idx="1818">
                  <c:v>233647.3537522402</c:v>
                </c:pt>
                <c:pt idx="1819">
                  <c:v>233771.09738006478</c:v>
                </c:pt>
                <c:pt idx="1820">
                  <c:v>233894.98304195466</c:v>
                </c:pt>
                <c:pt idx="1821">
                  <c:v>234018.86870384455</c:v>
                </c:pt>
                <c:pt idx="1822">
                  <c:v>234142.75436573444</c:v>
                </c:pt>
                <c:pt idx="1823">
                  <c:v>234266.64002762432</c:v>
                </c:pt>
                <c:pt idx="1824">
                  <c:v>234390.5256895142</c:v>
                </c:pt>
                <c:pt idx="1825">
                  <c:v>234514.4113514041</c:v>
                </c:pt>
                <c:pt idx="1826">
                  <c:v>234638.29701329398</c:v>
                </c:pt>
                <c:pt idx="1827">
                  <c:v>234762.18267518387</c:v>
                </c:pt>
                <c:pt idx="1828">
                  <c:v>234886.06833707375</c:v>
                </c:pt>
                <c:pt idx="1829">
                  <c:v>235009.95399896364</c:v>
                </c:pt>
                <c:pt idx="1830">
                  <c:v>235133.83966085353</c:v>
                </c:pt>
                <c:pt idx="1831">
                  <c:v>235257.7253227434</c:v>
                </c:pt>
                <c:pt idx="1832">
                  <c:v>235381.6109846333</c:v>
                </c:pt>
                <c:pt idx="1833">
                  <c:v>235505.49664652318</c:v>
                </c:pt>
                <c:pt idx="1834">
                  <c:v>235629.38230841307</c:v>
                </c:pt>
                <c:pt idx="1835">
                  <c:v>235753.26797030296</c:v>
                </c:pt>
                <c:pt idx="1836">
                  <c:v>235877.15363219284</c:v>
                </c:pt>
                <c:pt idx="1837">
                  <c:v>236001.03929408273</c:v>
                </c:pt>
                <c:pt idx="1838">
                  <c:v>236124.92495597262</c:v>
                </c:pt>
                <c:pt idx="1839">
                  <c:v>236248.8106178625</c:v>
                </c:pt>
                <c:pt idx="1840">
                  <c:v>236372.6962797524</c:v>
                </c:pt>
                <c:pt idx="1841">
                  <c:v>236496.58194164227</c:v>
                </c:pt>
                <c:pt idx="1842">
                  <c:v>236620.46760353216</c:v>
                </c:pt>
                <c:pt idx="1843">
                  <c:v>236744.35326542205</c:v>
                </c:pt>
                <c:pt idx="1844">
                  <c:v>236868.23892731193</c:v>
                </c:pt>
                <c:pt idx="1845">
                  <c:v>236992.12458920182</c:v>
                </c:pt>
                <c:pt idx="1846">
                  <c:v>237116.0102510917</c:v>
                </c:pt>
                <c:pt idx="1847">
                  <c:v>237239.8959129816</c:v>
                </c:pt>
                <c:pt idx="1848">
                  <c:v>237363.78157487148</c:v>
                </c:pt>
                <c:pt idx="1849">
                  <c:v>237487.66723676136</c:v>
                </c:pt>
                <c:pt idx="1850">
                  <c:v>237611.55289865125</c:v>
                </c:pt>
                <c:pt idx="1851">
                  <c:v>237735.43856054114</c:v>
                </c:pt>
                <c:pt idx="1852">
                  <c:v>237859.32422243102</c:v>
                </c:pt>
                <c:pt idx="1853">
                  <c:v>237983.2098843209</c:v>
                </c:pt>
                <c:pt idx="1854">
                  <c:v>238107.0955462108</c:v>
                </c:pt>
                <c:pt idx="1855">
                  <c:v>238230.98120810068</c:v>
                </c:pt>
                <c:pt idx="1856">
                  <c:v>238354.86686999057</c:v>
                </c:pt>
                <c:pt idx="1857">
                  <c:v>238478.75253188045</c:v>
                </c:pt>
                <c:pt idx="1858">
                  <c:v>238602.63819377034</c:v>
                </c:pt>
                <c:pt idx="1859">
                  <c:v>238726.52385566023</c:v>
                </c:pt>
                <c:pt idx="1860">
                  <c:v>238850.4095175501</c:v>
                </c:pt>
                <c:pt idx="1861">
                  <c:v>238974.29517944</c:v>
                </c:pt>
                <c:pt idx="1862">
                  <c:v>239098.1808413299</c:v>
                </c:pt>
                <c:pt idx="1863">
                  <c:v>239222.06650321977</c:v>
                </c:pt>
                <c:pt idx="1864">
                  <c:v>239345.95216510966</c:v>
                </c:pt>
                <c:pt idx="1865">
                  <c:v>239469.83782699954</c:v>
                </c:pt>
                <c:pt idx="1866">
                  <c:v>239592.11985055998</c:v>
                </c:pt>
                <c:pt idx="1867">
                  <c:v>239714.4018741204</c:v>
                </c:pt>
                <c:pt idx="1868">
                  <c:v>239838.26636573186</c:v>
                </c:pt>
                <c:pt idx="1869">
                  <c:v>239961.27602323174</c:v>
                </c:pt>
                <c:pt idx="1870">
                  <c:v>240084.2856807316</c:v>
                </c:pt>
                <c:pt idx="1871">
                  <c:v>240207.2953382315</c:v>
                </c:pt>
                <c:pt idx="1872">
                  <c:v>240330.30499573136</c:v>
                </c:pt>
                <c:pt idx="1873">
                  <c:v>240453.31465323124</c:v>
                </c:pt>
                <c:pt idx="1874">
                  <c:v>240576.3243107311</c:v>
                </c:pt>
                <c:pt idx="1875">
                  <c:v>240699.333968231</c:v>
                </c:pt>
                <c:pt idx="1876">
                  <c:v>240822.34362573086</c:v>
                </c:pt>
                <c:pt idx="1877">
                  <c:v>240945.35328323074</c:v>
                </c:pt>
                <c:pt idx="1878">
                  <c:v>241068.3629407306</c:v>
                </c:pt>
                <c:pt idx="1879">
                  <c:v>241191.3725982305</c:v>
                </c:pt>
                <c:pt idx="1880">
                  <c:v>241314.38225573036</c:v>
                </c:pt>
                <c:pt idx="1881">
                  <c:v>241437.39191323024</c:v>
                </c:pt>
                <c:pt idx="1882">
                  <c:v>241560.40157073012</c:v>
                </c:pt>
                <c:pt idx="1883">
                  <c:v>241683.41122823</c:v>
                </c:pt>
                <c:pt idx="1884">
                  <c:v>241806.42088572987</c:v>
                </c:pt>
                <c:pt idx="1885">
                  <c:v>241929.43054322974</c:v>
                </c:pt>
                <c:pt idx="1886">
                  <c:v>242052.44020072962</c:v>
                </c:pt>
                <c:pt idx="1887">
                  <c:v>242175.4498582295</c:v>
                </c:pt>
                <c:pt idx="1888">
                  <c:v>242298.45951572937</c:v>
                </c:pt>
                <c:pt idx="1889">
                  <c:v>242421.46917322924</c:v>
                </c:pt>
                <c:pt idx="1890">
                  <c:v>242544.47883072912</c:v>
                </c:pt>
                <c:pt idx="1891">
                  <c:v>242667.488488229</c:v>
                </c:pt>
                <c:pt idx="1892">
                  <c:v>242790.49814572887</c:v>
                </c:pt>
                <c:pt idx="1893">
                  <c:v>242913.50780322874</c:v>
                </c:pt>
                <c:pt idx="1894">
                  <c:v>243036.51746072862</c:v>
                </c:pt>
                <c:pt idx="1895">
                  <c:v>243159.5271182285</c:v>
                </c:pt>
                <c:pt idx="1896">
                  <c:v>243282.53677572837</c:v>
                </c:pt>
                <c:pt idx="1897">
                  <c:v>243405.54643322824</c:v>
                </c:pt>
                <c:pt idx="1898">
                  <c:v>243528.55609072812</c:v>
                </c:pt>
                <c:pt idx="1899">
                  <c:v>243651.565748228</c:v>
                </c:pt>
                <c:pt idx="1900">
                  <c:v>243774.57540572787</c:v>
                </c:pt>
                <c:pt idx="1901">
                  <c:v>243899.54362286924</c:v>
                </c:pt>
                <c:pt idx="1902">
                  <c:v>244024.51184001061</c:v>
                </c:pt>
                <c:pt idx="1903">
                  <c:v>244142.95808771483</c:v>
                </c:pt>
                <c:pt idx="1904">
                  <c:v>244261.40433541904</c:v>
                </c:pt>
                <c:pt idx="1905">
                  <c:v>244379.85058312325</c:v>
                </c:pt>
                <c:pt idx="1906">
                  <c:v>244497.32115337616</c:v>
                </c:pt>
                <c:pt idx="1907">
                  <c:v>244614.79172362908</c:v>
                </c:pt>
                <c:pt idx="1908">
                  <c:v>244732.262293882</c:v>
                </c:pt>
                <c:pt idx="1909">
                  <c:v>244849.73286413492</c:v>
                </c:pt>
                <c:pt idx="1910">
                  <c:v>244963.77923826702</c:v>
                </c:pt>
                <c:pt idx="1911">
                  <c:v>245080.21504075182</c:v>
                </c:pt>
                <c:pt idx="1912">
                  <c:v>245193.5204387861</c:v>
                </c:pt>
                <c:pt idx="1913">
                  <c:v>245306.82583682038</c:v>
                </c:pt>
                <c:pt idx="1914">
                  <c:v>245420.13123485466</c:v>
                </c:pt>
                <c:pt idx="1915">
                  <c:v>245533.43663288894</c:v>
                </c:pt>
                <c:pt idx="1916">
                  <c:v>245646.74203092323</c:v>
                </c:pt>
                <c:pt idx="1917">
                  <c:v>245760.0474289575</c:v>
                </c:pt>
                <c:pt idx="1918">
                  <c:v>245873.3528269918</c:v>
                </c:pt>
                <c:pt idx="1919">
                  <c:v>245986.65822502607</c:v>
                </c:pt>
                <c:pt idx="1920">
                  <c:v>246099.96362306035</c:v>
                </c:pt>
                <c:pt idx="1921">
                  <c:v>246213.26902109463</c:v>
                </c:pt>
                <c:pt idx="1922">
                  <c:v>246326.5744191289</c:v>
                </c:pt>
                <c:pt idx="1923">
                  <c:v>246439.8798171632</c:v>
                </c:pt>
                <c:pt idx="1924">
                  <c:v>246553.18521519747</c:v>
                </c:pt>
                <c:pt idx="1925">
                  <c:v>246666.49061323176</c:v>
                </c:pt>
                <c:pt idx="1926">
                  <c:v>246779.79601126604</c:v>
                </c:pt>
                <c:pt idx="1927">
                  <c:v>246893.10140930032</c:v>
                </c:pt>
                <c:pt idx="1928">
                  <c:v>247006.4068073346</c:v>
                </c:pt>
                <c:pt idx="1929">
                  <c:v>247119.71220536888</c:v>
                </c:pt>
                <c:pt idx="1930">
                  <c:v>247233.01760340316</c:v>
                </c:pt>
                <c:pt idx="1931">
                  <c:v>247346.32300143744</c:v>
                </c:pt>
                <c:pt idx="1932">
                  <c:v>247459.62839947172</c:v>
                </c:pt>
                <c:pt idx="1933">
                  <c:v>247572.933797506</c:v>
                </c:pt>
                <c:pt idx="1934">
                  <c:v>247686.23919554029</c:v>
                </c:pt>
                <c:pt idx="1935">
                  <c:v>247799.54459357457</c:v>
                </c:pt>
                <c:pt idx="1936">
                  <c:v>247909.07645452133</c:v>
                </c:pt>
                <c:pt idx="1937">
                  <c:v>248018.6083154681</c:v>
                </c:pt>
                <c:pt idx="1938">
                  <c:v>248128.14017641486</c:v>
                </c:pt>
                <c:pt idx="1939">
                  <c:v>248237.67203736163</c:v>
                </c:pt>
                <c:pt idx="1940">
                  <c:v>248347.2038983084</c:v>
                </c:pt>
                <c:pt idx="1941">
                  <c:v>248456.73575925516</c:v>
                </c:pt>
                <c:pt idx="1942">
                  <c:v>248566.26762020192</c:v>
                </c:pt>
                <c:pt idx="1943">
                  <c:v>248675.7994811487</c:v>
                </c:pt>
                <c:pt idx="1944">
                  <c:v>248785.33134209545</c:v>
                </c:pt>
                <c:pt idx="1945">
                  <c:v>248896.7927435993</c:v>
                </c:pt>
                <c:pt idx="1946">
                  <c:v>249008.25414510316</c:v>
                </c:pt>
                <c:pt idx="1947">
                  <c:v>249119.715546607</c:v>
                </c:pt>
                <c:pt idx="1948">
                  <c:v>249231.17694811086</c:v>
                </c:pt>
                <c:pt idx="1949">
                  <c:v>249342.63834961472</c:v>
                </c:pt>
                <c:pt idx="1950">
                  <c:v>249454.09975111857</c:v>
                </c:pt>
                <c:pt idx="1951">
                  <c:v>249564.55025225758</c:v>
                </c:pt>
                <c:pt idx="1952">
                  <c:v>249675.58658827448</c:v>
                </c:pt>
                <c:pt idx="1953">
                  <c:v>249786.62292429138</c:v>
                </c:pt>
                <c:pt idx="1954">
                  <c:v>249897.61283979562</c:v>
                </c:pt>
                <c:pt idx="1955">
                  <c:v>250008.60275529986</c:v>
                </c:pt>
                <c:pt idx="1956">
                  <c:v>250119.5926708041</c:v>
                </c:pt>
                <c:pt idx="1957">
                  <c:v>250227.36273632527</c:v>
                </c:pt>
                <c:pt idx="1958">
                  <c:v>250335.13280184646</c:v>
                </c:pt>
                <c:pt idx="1959">
                  <c:v>250442.90286736764</c:v>
                </c:pt>
                <c:pt idx="1960">
                  <c:v>250550.67293288882</c:v>
                </c:pt>
                <c:pt idx="1961">
                  <c:v>250649.1460047517</c:v>
                </c:pt>
                <c:pt idx="1962">
                  <c:v>250747.6190766146</c:v>
                </c:pt>
                <c:pt idx="1963">
                  <c:v>250846.09214847747</c:v>
                </c:pt>
                <c:pt idx="1964">
                  <c:v>250944.56522034036</c:v>
                </c:pt>
                <c:pt idx="1965">
                  <c:v>251043.03829220324</c:v>
                </c:pt>
                <c:pt idx="1966">
                  <c:v>251141.51136406613</c:v>
                </c:pt>
                <c:pt idx="1967">
                  <c:v>251239.98443592901</c:v>
                </c:pt>
                <c:pt idx="1968">
                  <c:v>251338.4575077919</c:v>
                </c:pt>
                <c:pt idx="1969">
                  <c:v>251436.93057965479</c:v>
                </c:pt>
                <c:pt idx="1970">
                  <c:v>251543.9171451433</c:v>
                </c:pt>
                <c:pt idx="1971">
                  <c:v>251650.9037106318</c:v>
                </c:pt>
                <c:pt idx="1972">
                  <c:v>251757.8902761203</c:v>
                </c:pt>
                <c:pt idx="1973">
                  <c:v>251864.8768416088</c:v>
                </c:pt>
                <c:pt idx="1974">
                  <c:v>251968.21004517708</c:v>
                </c:pt>
                <c:pt idx="1975">
                  <c:v>252071.54324874535</c:v>
                </c:pt>
                <c:pt idx="1976">
                  <c:v>252174.87645231362</c:v>
                </c:pt>
                <c:pt idx="1977">
                  <c:v>252278.2096558819</c:v>
                </c:pt>
                <c:pt idx="1978">
                  <c:v>252384.05985457043</c:v>
                </c:pt>
                <c:pt idx="1979">
                  <c:v>252489.91005325897</c:v>
                </c:pt>
                <c:pt idx="1980">
                  <c:v>252595.7602519475</c:v>
                </c:pt>
                <c:pt idx="1981">
                  <c:v>252701.61045063604</c:v>
                </c:pt>
                <c:pt idx="1982">
                  <c:v>252807.46064932458</c:v>
                </c:pt>
                <c:pt idx="1983">
                  <c:v>252913.31084801312</c:v>
                </c:pt>
                <c:pt idx="1984">
                  <c:v>253019.16104670166</c:v>
                </c:pt>
                <c:pt idx="1985">
                  <c:v>253125.0112453902</c:v>
                </c:pt>
                <c:pt idx="1986">
                  <c:v>253230.86144407874</c:v>
                </c:pt>
                <c:pt idx="1987">
                  <c:v>253336.71164276727</c:v>
                </c:pt>
                <c:pt idx="1988">
                  <c:v>253442.5618414558</c:v>
                </c:pt>
                <c:pt idx="1989">
                  <c:v>253548.41204014435</c:v>
                </c:pt>
                <c:pt idx="1990">
                  <c:v>253654.2622388329</c:v>
                </c:pt>
                <c:pt idx="1991">
                  <c:v>253760.11243752143</c:v>
                </c:pt>
                <c:pt idx="1992">
                  <c:v>253865.96263620997</c:v>
                </c:pt>
                <c:pt idx="1993">
                  <c:v>253973.8925374037</c:v>
                </c:pt>
                <c:pt idx="1994">
                  <c:v>254081.82243859745</c:v>
                </c:pt>
                <c:pt idx="1995">
                  <c:v>254189.7523397912</c:v>
                </c:pt>
                <c:pt idx="1996">
                  <c:v>254296.2571610238</c:v>
                </c:pt>
                <c:pt idx="1997">
                  <c:v>254402.9388741744</c:v>
                </c:pt>
                <c:pt idx="1998">
                  <c:v>254512.48319501666</c:v>
                </c:pt>
                <c:pt idx="1999">
                  <c:v>254622.0275158589</c:v>
                </c:pt>
                <c:pt idx="2000">
                  <c:v>254732.78410180873</c:v>
                </c:pt>
                <c:pt idx="2001">
                  <c:v>254843.54068775856</c:v>
                </c:pt>
                <c:pt idx="2002">
                  <c:v>254954.2972737084</c:v>
                </c:pt>
                <c:pt idx="2003">
                  <c:v>255065.05385965822</c:v>
                </c:pt>
                <c:pt idx="2004">
                  <c:v>255175.81044560805</c:v>
                </c:pt>
                <c:pt idx="2005">
                  <c:v>255286.56703155788</c:v>
                </c:pt>
                <c:pt idx="2006">
                  <c:v>255397.3236175077</c:v>
                </c:pt>
                <c:pt idx="2007">
                  <c:v>255508.08020345753</c:v>
                </c:pt>
                <c:pt idx="2008">
                  <c:v>255618.83678940736</c:v>
                </c:pt>
                <c:pt idx="2009">
                  <c:v>255729.5933753572</c:v>
                </c:pt>
                <c:pt idx="2010">
                  <c:v>255840.34996130702</c:v>
                </c:pt>
                <c:pt idx="2011">
                  <c:v>255951.10654725684</c:v>
                </c:pt>
                <c:pt idx="2012">
                  <c:v>256061.86313320667</c:v>
                </c:pt>
                <c:pt idx="2013">
                  <c:v>256172.6197191565</c:v>
                </c:pt>
                <c:pt idx="2014">
                  <c:v>256283.37630510633</c:v>
                </c:pt>
                <c:pt idx="2015">
                  <c:v>256394.13289105616</c:v>
                </c:pt>
                <c:pt idx="2016">
                  <c:v>256504.88947700599</c:v>
                </c:pt>
                <c:pt idx="2017">
                  <c:v>256616.7660215024</c:v>
                </c:pt>
                <c:pt idx="2018">
                  <c:v>256729.802478072</c:v>
                </c:pt>
                <c:pt idx="2019">
                  <c:v>256842.8389346416</c:v>
                </c:pt>
                <c:pt idx="2020">
                  <c:v>256955.8753912112</c:v>
                </c:pt>
                <c:pt idx="2021">
                  <c:v>257068.91184778078</c:v>
                </c:pt>
                <c:pt idx="2022">
                  <c:v>257181.94830435037</c:v>
                </c:pt>
                <c:pt idx="2023">
                  <c:v>257294.98476091996</c:v>
                </c:pt>
                <c:pt idx="2024">
                  <c:v>257406.09719705503</c:v>
                </c:pt>
                <c:pt idx="2025">
                  <c:v>257517.2096331901</c:v>
                </c:pt>
                <c:pt idx="2026">
                  <c:v>257628.32206932516</c:v>
                </c:pt>
                <c:pt idx="2027">
                  <c:v>257739.43450546023</c:v>
                </c:pt>
                <c:pt idx="2028">
                  <c:v>257848.98637987662</c:v>
                </c:pt>
                <c:pt idx="2029">
                  <c:v>257958.538254293</c:v>
                </c:pt>
                <c:pt idx="2030">
                  <c:v>258068.0901287094</c:v>
                </c:pt>
                <c:pt idx="2031">
                  <c:v>258177.64200312577</c:v>
                </c:pt>
                <c:pt idx="2032">
                  <c:v>258287.19387754216</c:v>
                </c:pt>
                <c:pt idx="2033">
                  <c:v>258397.08523232522</c:v>
                </c:pt>
                <c:pt idx="2034">
                  <c:v>258506.97658710828</c:v>
                </c:pt>
                <c:pt idx="2035">
                  <c:v>258616.86794189134</c:v>
                </c:pt>
                <c:pt idx="2036">
                  <c:v>258726.7592966744</c:v>
                </c:pt>
                <c:pt idx="2037">
                  <c:v>258837.40562741496</c:v>
                </c:pt>
                <c:pt idx="2038">
                  <c:v>258948.05195815553</c:v>
                </c:pt>
                <c:pt idx="2039">
                  <c:v>259058.6982888961</c:v>
                </c:pt>
                <c:pt idx="2040">
                  <c:v>259169.34461963666</c:v>
                </c:pt>
                <c:pt idx="2041">
                  <c:v>259282.68666755964</c:v>
                </c:pt>
                <c:pt idx="2042">
                  <c:v>259396.40127531465</c:v>
                </c:pt>
                <c:pt idx="2043">
                  <c:v>259509.27362434164</c:v>
                </c:pt>
                <c:pt idx="2044">
                  <c:v>259622.14597336864</c:v>
                </c:pt>
                <c:pt idx="2045">
                  <c:v>259735.01832239563</c:v>
                </c:pt>
                <c:pt idx="2046">
                  <c:v>259847.89067142262</c:v>
                </c:pt>
                <c:pt idx="2047">
                  <c:v>259960.7630204496</c:v>
                </c:pt>
                <c:pt idx="2048">
                  <c:v>260073.6353694766</c:v>
                </c:pt>
                <c:pt idx="2049">
                  <c:v>260186.5077185036</c:v>
                </c:pt>
                <c:pt idx="2050">
                  <c:v>260299.38006753058</c:v>
                </c:pt>
                <c:pt idx="2051">
                  <c:v>260412.25241655757</c:v>
                </c:pt>
                <c:pt idx="2052">
                  <c:v>260525.12476558457</c:v>
                </c:pt>
                <c:pt idx="2053">
                  <c:v>260637.99711461156</c:v>
                </c:pt>
                <c:pt idx="2054">
                  <c:v>260750.86946363855</c:v>
                </c:pt>
                <c:pt idx="2055">
                  <c:v>260863.74181266554</c:v>
                </c:pt>
                <c:pt idx="2056">
                  <c:v>260976.61416169253</c:v>
                </c:pt>
                <c:pt idx="2057">
                  <c:v>261089.48651071952</c:v>
                </c:pt>
                <c:pt idx="2058">
                  <c:v>261202.3588597465</c:v>
                </c:pt>
                <c:pt idx="2059">
                  <c:v>261315.2312087735</c:v>
                </c:pt>
                <c:pt idx="2060">
                  <c:v>261428.1035578005</c:v>
                </c:pt>
                <c:pt idx="2061">
                  <c:v>261540.9759068275</c:v>
                </c:pt>
                <c:pt idx="2062">
                  <c:v>261653.84825585448</c:v>
                </c:pt>
                <c:pt idx="2063">
                  <c:v>261766.72060488147</c:v>
                </c:pt>
                <c:pt idx="2064">
                  <c:v>261879.59295390846</c:v>
                </c:pt>
                <c:pt idx="2065">
                  <c:v>261992.46530293545</c:v>
                </c:pt>
                <c:pt idx="2066">
                  <c:v>262105.33765196244</c:v>
                </c:pt>
                <c:pt idx="2067">
                  <c:v>262218.21000098943</c:v>
                </c:pt>
                <c:pt idx="2068">
                  <c:v>262331.0823500164</c:v>
                </c:pt>
                <c:pt idx="2069">
                  <c:v>262443.95469904336</c:v>
                </c:pt>
                <c:pt idx="2070">
                  <c:v>262556.8270480703</c:v>
                </c:pt>
                <c:pt idx="2071">
                  <c:v>262669.6993970973</c:v>
                </c:pt>
                <c:pt idx="2072">
                  <c:v>262782.57174612425</c:v>
                </c:pt>
                <c:pt idx="2073">
                  <c:v>262895.4440951512</c:v>
                </c:pt>
                <c:pt idx="2074">
                  <c:v>263008.31644417817</c:v>
                </c:pt>
                <c:pt idx="2075">
                  <c:v>263121.18879320513</c:v>
                </c:pt>
                <c:pt idx="2076">
                  <c:v>263234.0611422321</c:v>
                </c:pt>
                <c:pt idx="2077">
                  <c:v>263346.93349125906</c:v>
                </c:pt>
                <c:pt idx="2078">
                  <c:v>263459.805840286</c:v>
                </c:pt>
                <c:pt idx="2079">
                  <c:v>263572.678189313</c:v>
                </c:pt>
                <c:pt idx="2080">
                  <c:v>263683.76639286295</c:v>
                </c:pt>
                <c:pt idx="2081">
                  <c:v>263794.8545964129</c:v>
                </c:pt>
                <c:pt idx="2082">
                  <c:v>263905.9427999629</c:v>
                </c:pt>
                <c:pt idx="2083">
                  <c:v>264017.03100351285</c:v>
                </c:pt>
                <c:pt idx="2084">
                  <c:v>264128.1192070628</c:v>
                </c:pt>
                <c:pt idx="2085">
                  <c:v>264239.2074106128</c:v>
                </c:pt>
                <c:pt idx="2086">
                  <c:v>264350.66037235415</c:v>
                </c:pt>
                <c:pt idx="2087">
                  <c:v>264462.16705453605</c:v>
                </c:pt>
                <c:pt idx="2088">
                  <c:v>264572.9408274681</c:v>
                </c:pt>
                <c:pt idx="2089">
                  <c:v>264687.15439937287</c:v>
                </c:pt>
                <c:pt idx="2090">
                  <c:v>264801.5304410793</c:v>
                </c:pt>
                <c:pt idx="2091">
                  <c:v>264915.9064827857</c:v>
                </c:pt>
                <c:pt idx="2092">
                  <c:v>265030.2825244921</c:v>
                </c:pt>
                <c:pt idx="2093">
                  <c:v>265142.6131360421</c:v>
                </c:pt>
                <c:pt idx="2094">
                  <c:v>265254.94374759204</c:v>
                </c:pt>
                <c:pt idx="2095">
                  <c:v>265368.4299910777</c:v>
                </c:pt>
                <c:pt idx="2096">
                  <c:v>265481.91623456334</c:v>
                </c:pt>
                <c:pt idx="2097">
                  <c:v>265595.402478049</c:v>
                </c:pt>
                <c:pt idx="2098">
                  <c:v>265708.88872153463</c:v>
                </c:pt>
                <c:pt idx="2099">
                  <c:v>265822.3749650203</c:v>
                </c:pt>
                <c:pt idx="2100">
                  <c:v>265935.8612085059</c:v>
                </c:pt>
                <c:pt idx="2101">
                  <c:v>266049.3474519916</c:v>
                </c:pt>
                <c:pt idx="2102">
                  <c:v>266162.8336954772</c:v>
                </c:pt>
                <c:pt idx="2103">
                  <c:v>266276.45808869705</c:v>
                </c:pt>
                <c:pt idx="2104">
                  <c:v>266390.0824819169</c:v>
                </c:pt>
                <c:pt idx="2105">
                  <c:v>266503.7068751367</c:v>
                </c:pt>
                <c:pt idx="2106">
                  <c:v>266617.33126835653</c:v>
                </c:pt>
                <c:pt idx="2107">
                  <c:v>266730.95566157636</c:v>
                </c:pt>
                <c:pt idx="2108">
                  <c:v>266844.5800547962</c:v>
                </c:pt>
                <c:pt idx="2109">
                  <c:v>266957.85445453227</c:v>
                </c:pt>
                <c:pt idx="2110">
                  <c:v>267071.12885426835</c:v>
                </c:pt>
                <c:pt idx="2111">
                  <c:v>267184.4032540044</c:v>
                </c:pt>
                <c:pt idx="2112">
                  <c:v>267297.6776537405</c:v>
                </c:pt>
                <c:pt idx="2113">
                  <c:v>267410.9520534766</c:v>
                </c:pt>
                <c:pt idx="2114">
                  <c:v>267524.2264532127</c:v>
                </c:pt>
                <c:pt idx="2115">
                  <c:v>267637.50085294875</c:v>
                </c:pt>
                <c:pt idx="2116">
                  <c:v>267750.77525268483</c:v>
                </c:pt>
                <c:pt idx="2117">
                  <c:v>267864.0496524209</c:v>
                </c:pt>
                <c:pt idx="2118">
                  <c:v>267977.324052157</c:v>
                </c:pt>
                <c:pt idx="2119">
                  <c:v>268090.5984518931</c:v>
                </c:pt>
                <c:pt idx="2120">
                  <c:v>268203.87285162916</c:v>
                </c:pt>
                <c:pt idx="2121">
                  <c:v>268317.14725136524</c:v>
                </c:pt>
                <c:pt idx="2122">
                  <c:v>268430.5237446773</c:v>
                </c:pt>
                <c:pt idx="2123">
                  <c:v>268544.5430515491</c:v>
                </c:pt>
                <c:pt idx="2124">
                  <c:v>268658.5623584209</c:v>
                </c:pt>
                <c:pt idx="2125">
                  <c:v>268772.58166529273</c:v>
                </c:pt>
                <c:pt idx="2126">
                  <c:v>268886.60097216454</c:v>
                </c:pt>
                <c:pt idx="2127">
                  <c:v>268999.54508379614</c:v>
                </c:pt>
                <c:pt idx="2128">
                  <c:v>269112.48919542774</c:v>
                </c:pt>
                <c:pt idx="2129">
                  <c:v>269225.43330705934</c:v>
                </c:pt>
                <c:pt idx="2130">
                  <c:v>269338.37741869094</c:v>
                </c:pt>
                <c:pt idx="2131">
                  <c:v>269451.32153032254</c:v>
                </c:pt>
                <c:pt idx="2132">
                  <c:v>269564.26564195415</c:v>
                </c:pt>
                <c:pt idx="2133">
                  <c:v>269677.20975358575</c:v>
                </c:pt>
                <c:pt idx="2134">
                  <c:v>269790.15386521735</c:v>
                </c:pt>
                <c:pt idx="2135">
                  <c:v>269903.09797684895</c:v>
                </c:pt>
                <c:pt idx="2136">
                  <c:v>270014.55494584487</c:v>
                </c:pt>
                <c:pt idx="2137">
                  <c:v>270125.9441469944</c:v>
                </c:pt>
                <c:pt idx="2138">
                  <c:v>270237.3333481439</c:v>
                </c:pt>
                <c:pt idx="2139">
                  <c:v>270348.7225492934</c:v>
                </c:pt>
                <c:pt idx="2140">
                  <c:v>270460.11175044294</c:v>
                </c:pt>
                <c:pt idx="2141">
                  <c:v>270570.42258451745</c:v>
                </c:pt>
                <c:pt idx="2142">
                  <c:v>270680.73341859196</c:v>
                </c:pt>
                <c:pt idx="2143">
                  <c:v>270791.2331027696</c:v>
                </c:pt>
                <c:pt idx="2144">
                  <c:v>270905.1794656075</c:v>
                </c:pt>
                <c:pt idx="2145">
                  <c:v>271019.1258284454</c:v>
                </c:pt>
                <c:pt idx="2146">
                  <c:v>271133.07219128334</c:v>
                </c:pt>
                <c:pt idx="2147">
                  <c:v>271247.01855412126</c:v>
                </c:pt>
                <c:pt idx="2148">
                  <c:v>271360.9649169592</c:v>
                </c:pt>
                <c:pt idx="2149">
                  <c:v>271474.9112797971</c:v>
                </c:pt>
                <c:pt idx="2150">
                  <c:v>271589.3313858936</c:v>
                </c:pt>
                <c:pt idx="2151">
                  <c:v>271704.1409334238</c:v>
                </c:pt>
                <c:pt idx="2152">
                  <c:v>271818.9504809541</c:v>
                </c:pt>
                <c:pt idx="2153">
                  <c:v>271933.76002848434</c:v>
                </c:pt>
                <c:pt idx="2154">
                  <c:v>272048.5695760146</c:v>
                </c:pt>
                <c:pt idx="2155">
                  <c:v>272163.37912354484</c:v>
                </c:pt>
                <c:pt idx="2156">
                  <c:v>272278.1886710751</c:v>
                </c:pt>
                <c:pt idx="2157">
                  <c:v>272392.99821860535</c:v>
                </c:pt>
                <c:pt idx="2158">
                  <c:v>272506.6739873485</c:v>
                </c:pt>
                <c:pt idx="2159">
                  <c:v>272620.34975609166</c:v>
                </c:pt>
                <c:pt idx="2160">
                  <c:v>272734.0255248348</c:v>
                </c:pt>
                <c:pt idx="2161">
                  <c:v>272847.70129357796</c:v>
                </c:pt>
                <c:pt idx="2162">
                  <c:v>272961.3770623211</c:v>
                </c:pt>
                <c:pt idx="2163">
                  <c:v>273075.05283106427</c:v>
                </c:pt>
                <c:pt idx="2164">
                  <c:v>273188.7285998074</c:v>
                </c:pt>
                <c:pt idx="2165">
                  <c:v>273302.4043685506</c:v>
                </c:pt>
                <c:pt idx="2166">
                  <c:v>273416.0801372937</c:v>
                </c:pt>
                <c:pt idx="2167">
                  <c:v>273529.7559060369</c:v>
                </c:pt>
                <c:pt idx="2168">
                  <c:v>273643.21682766033</c:v>
                </c:pt>
                <c:pt idx="2169">
                  <c:v>273756.6777492838</c:v>
                </c:pt>
                <c:pt idx="2170">
                  <c:v>273870.13867090724</c:v>
                </c:pt>
                <c:pt idx="2171">
                  <c:v>273983.5995925307</c:v>
                </c:pt>
                <c:pt idx="2172">
                  <c:v>274097.06051415415</c:v>
                </c:pt>
                <c:pt idx="2173">
                  <c:v>274210.5214357776</c:v>
                </c:pt>
                <c:pt idx="2174">
                  <c:v>274323.98235740105</c:v>
                </c:pt>
                <c:pt idx="2175">
                  <c:v>274437.4432790245</c:v>
                </c:pt>
                <c:pt idx="2176">
                  <c:v>274550.90420064796</c:v>
                </c:pt>
                <c:pt idx="2177">
                  <c:v>274663.6539584814</c:v>
                </c:pt>
                <c:pt idx="2178">
                  <c:v>274775.8276259129</c:v>
                </c:pt>
                <c:pt idx="2179">
                  <c:v>274888.0012933444</c:v>
                </c:pt>
                <c:pt idx="2180">
                  <c:v>275000.17496077594</c:v>
                </c:pt>
                <c:pt idx="2181">
                  <c:v>275112.34862820746</c:v>
                </c:pt>
                <c:pt idx="2182">
                  <c:v>275224.522295639</c:v>
                </c:pt>
                <c:pt idx="2183">
                  <c:v>275336.6959630705</c:v>
                </c:pt>
                <c:pt idx="2184">
                  <c:v>275448.869630502</c:v>
                </c:pt>
                <c:pt idx="2185">
                  <c:v>275561.04329793353</c:v>
                </c:pt>
                <c:pt idx="2186">
                  <c:v>275673.21696536505</c:v>
                </c:pt>
                <c:pt idx="2187">
                  <c:v>275785.39063279657</c:v>
                </c:pt>
                <c:pt idx="2188">
                  <c:v>275897.5643002281</c:v>
                </c:pt>
                <c:pt idx="2189">
                  <c:v>276009.7379676596</c:v>
                </c:pt>
                <c:pt idx="2190">
                  <c:v>276121.9116350911</c:v>
                </c:pt>
                <c:pt idx="2191">
                  <c:v>276234.08530252264</c:v>
                </c:pt>
                <c:pt idx="2192">
                  <c:v>276346.25896995416</c:v>
                </c:pt>
                <c:pt idx="2193">
                  <c:v>276458.4326373857</c:v>
                </c:pt>
                <c:pt idx="2194">
                  <c:v>276570.31782917574</c:v>
                </c:pt>
                <c:pt idx="2195">
                  <c:v>276682.2030209658</c:v>
                </c:pt>
                <c:pt idx="2196">
                  <c:v>276794.08821275586</c:v>
                </c:pt>
                <c:pt idx="2197">
                  <c:v>276908.2588953221</c:v>
                </c:pt>
                <c:pt idx="2198">
                  <c:v>277022.42957788834</c:v>
                </c:pt>
                <c:pt idx="2199">
                  <c:v>277136.98769922904</c:v>
                </c:pt>
                <c:pt idx="2200">
                  <c:v>277251.76304508676</c:v>
                </c:pt>
                <c:pt idx="2201">
                  <c:v>277370.44120201364</c:v>
                </c:pt>
                <c:pt idx="2202">
                  <c:v>277489.1193589405</c:v>
                </c:pt>
                <c:pt idx="2203">
                  <c:v>277607.7975158674</c:v>
                </c:pt>
                <c:pt idx="2204">
                  <c:v>277726.4756727943</c:v>
                </c:pt>
                <c:pt idx="2205">
                  <c:v>277845.15382972115</c:v>
                </c:pt>
                <c:pt idx="2206">
                  <c:v>277963.83198664803</c:v>
                </c:pt>
                <c:pt idx="2207">
                  <c:v>278083.635699013</c:v>
                </c:pt>
                <c:pt idx="2208">
                  <c:v>278202.15272260713</c:v>
                </c:pt>
                <c:pt idx="2209">
                  <c:v>278318.3366370496</c:v>
                </c:pt>
                <c:pt idx="2210">
                  <c:v>278441.2233594214</c:v>
                </c:pt>
                <c:pt idx="2211">
                  <c:v>278564.1100817932</c:v>
                </c:pt>
                <c:pt idx="2212">
                  <c:v>278686.8068885571</c:v>
                </c:pt>
                <c:pt idx="2213">
                  <c:v>278809.503695321</c:v>
                </c:pt>
                <c:pt idx="2214">
                  <c:v>278932.20050208486</c:v>
                </c:pt>
                <c:pt idx="2215">
                  <c:v>279054.89730884874</c:v>
                </c:pt>
                <c:pt idx="2216">
                  <c:v>279177.5941156126</c:v>
                </c:pt>
                <c:pt idx="2217">
                  <c:v>279300.2909223765</c:v>
                </c:pt>
                <c:pt idx="2218">
                  <c:v>279422.9877291404</c:v>
                </c:pt>
                <c:pt idx="2219">
                  <c:v>279545.68453590426</c:v>
                </c:pt>
                <c:pt idx="2220">
                  <c:v>279668.38134266814</c:v>
                </c:pt>
                <c:pt idx="2221">
                  <c:v>279791.078149432</c:v>
                </c:pt>
                <c:pt idx="2222">
                  <c:v>279913.7749561959</c:v>
                </c:pt>
                <c:pt idx="2223">
                  <c:v>280036.4717629598</c:v>
                </c:pt>
                <c:pt idx="2224">
                  <c:v>280159.16856972367</c:v>
                </c:pt>
                <c:pt idx="2225">
                  <c:v>280281.86537648755</c:v>
                </c:pt>
                <c:pt idx="2226">
                  <c:v>280404.56218325143</c:v>
                </c:pt>
                <c:pt idx="2227">
                  <c:v>280527.2589900153</c:v>
                </c:pt>
                <c:pt idx="2228">
                  <c:v>280649.9557967792</c:v>
                </c:pt>
                <c:pt idx="2229">
                  <c:v>280772.6526035431</c:v>
                </c:pt>
                <c:pt idx="2230">
                  <c:v>280895.34941030695</c:v>
                </c:pt>
                <c:pt idx="2231">
                  <c:v>281018.04621707083</c:v>
                </c:pt>
                <c:pt idx="2232">
                  <c:v>281140.7430238347</c:v>
                </c:pt>
                <c:pt idx="2233">
                  <c:v>281263.4398305986</c:v>
                </c:pt>
                <c:pt idx="2234">
                  <c:v>281386.1366373625</c:v>
                </c:pt>
                <c:pt idx="2235">
                  <c:v>281508.83344412636</c:v>
                </c:pt>
                <c:pt idx="2236">
                  <c:v>281631.53025089024</c:v>
                </c:pt>
                <c:pt idx="2237">
                  <c:v>281754.2270576541</c:v>
                </c:pt>
                <c:pt idx="2238">
                  <c:v>281876.923864418</c:v>
                </c:pt>
                <c:pt idx="2239">
                  <c:v>281999.6206711819</c:v>
                </c:pt>
                <c:pt idx="2240">
                  <c:v>282122.31747794576</c:v>
                </c:pt>
                <c:pt idx="2241">
                  <c:v>282245.01428470964</c:v>
                </c:pt>
                <c:pt idx="2242">
                  <c:v>282367.7110914735</c:v>
                </c:pt>
                <c:pt idx="2243">
                  <c:v>282490.4078982374</c:v>
                </c:pt>
                <c:pt idx="2244">
                  <c:v>282613.1047050013</c:v>
                </c:pt>
                <c:pt idx="2245">
                  <c:v>282735.80151176517</c:v>
                </c:pt>
                <c:pt idx="2246">
                  <c:v>282858.49831852905</c:v>
                </c:pt>
                <c:pt idx="2247">
                  <c:v>282981.1951252929</c:v>
                </c:pt>
                <c:pt idx="2248">
                  <c:v>283103.8919320568</c:v>
                </c:pt>
                <c:pt idx="2249">
                  <c:v>283226.5887388207</c:v>
                </c:pt>
                <c:pt idx="2250">
                  <c:v>283349.2855455846</c:v>
                </c:pt>
                <c:pt idx="2251">
                  <c:v>283471.98235234845</c:v>
                </c:pt>
                <c:pt idx="2252">
                  <c:v>283593.55327489413</c:v>
                </c:pt>
                <c:pt idx="2253">
                  <c:v>283714.52691248676</c:v>
                </c:pt>
                <c:pt idx="2254">
                  <c:v>283835.26133046264</c:v>
                </c:pt>
                <c:pt idx="2255">
                  <c:v>283957.28108478646</c:v>
                </c:pt>
                <c:pt idx="2256">
                  <c:v>284079.3008391103</c:v>
                </c:pt>
                <c:pt idx="2257">
                  <c:v>284201.3205934341</c:v>
                </c:pt>
                <c:pt idx="2258">
                  <c:v>284323.3403477579</c:v>
                </c:pt>
                <c:pt idx="2259">
                  <c:v>284443.4291576539</c:v>
                </c:pt>
                <c:pt idx="2260">
                  <c:v>284563.51796754985</c:v>
                </c:pt>
                <c:pt idx="2261">
                  <c:v>284683.6067774458</c:v>
                </c:pt>
                <c:pt idx="2262">
                  <c:v>284803.6955873418</c:v>
                </c:pt>
                <c:pt idx="2263">
                  <c:v>284923.78439723776</c:v>
                </c:pt>
                <c:pt idx="2264">
                  <c:v>285043.8732071337</c:v>
                </c:pt>
                <c:pt idx="2265">
                  <c:v>285163.9620170297</c:v>
                </c:pt>
                <c:pt idx="2266">
                  <c:v>285284.05082692567</c:v>
                </c:pt>
                <c:pt idx="2267">
                  <c:v>285404.13963682164</c:v>
                </c:pt>
                <c:pt idx="2268">
                  <c:v>285524.2284467176</c:v>
                </c:pt>
                <c:pt idx="2269">
                  <c:v>285644.3172566136</c:v>
                </c:pt>
                <c:pt idx="2270">
                  <c:v>285764.40606650955</c:v>
                </c:pt>
                <c:pt idx="2271">
                  <c:v>285884.4948764055</c:v>
                </c:pt>
                <c:pt idx="2272">
                  <c:v>286004.5836863015</c:v>
                </c:pt>
                <c:pt idx="2273">
                  <c:v>286124.67249619745</c:v>
                </c:pt>
                <c:pt idx="2274">
                  <c:v>286244.7613060934</c:v>
                </c:pt>
                <c:pt idx="2275">
                  <c:v>286364.8501159894</c:v>
                </c:pt>
                <c:pt idx="2276">
                  <c:v>286484.93892588536</c:v>
                </c:pt>
                <c:pt idx="2277">
                  <c:v>286605.02773578133</c:v>
                </c:pt>
                <c:pt idx="2278">
                  <c:v>286725.1165456773</c:v>
                </c:pt>
                <c:pt idx="2279">
                  <c:v>286845.2053555733</c:v>
                </c:pt>
                <c:pt idx="2280">
                  <c:v>286965.29416546924</c:v>
                </c:pt>
                <c:pt idx="2281">
                  <c:v>287085.3829753652</c:v>
                </c:pt>
                <c:pt idx="2282">
                  <c:v>287205.4717852612</c:v>
                </c:pt>
                <c:pt idx="2283">
                  <c:v>287325.56059515715</c:v>
                </c:pt>
                <c:pt idx="2284">
                  <c:v>287445.6494050531</c:v>
                </c:pt>
                <c:pt idx="2285">
                  <c:v>287565.7382149491</c:v>
                </c:pt>
                <c:pt idx="2286">
                  <c:v>287685.82702484506</c:v>
                </c:pt>
                <c:pt idx="2287">
                  <c:v>287805.915834741</c:v>
                </c:pt>
                <c:pt idx="2288">
                  <c:v>287926.004644637</c:v>
                </c:pt>
                <c:pt idx="2289">
                  <c:v>288046.09345453297</c:v>
                </c:pt>
                <c:pt idx="2290">
                  <c:v>288166.18226442894</c:v>
                </c:pt>
                <c:pt idx="2291">
                  <c:v>288286.2710743249</c:v>
                </c:pt>
                <c:pt idx="2292">
                  <c:v>288406.3598842209</c:v>
                </c:pt>
                <c:pt idx="2293">
                  <c:v>288526.44869411684</c:v>
                </c:pt>
                <c:pt idx="2294">
                  <c:v>288646.5375040128</c:v>
                </c:pt>
                <c:pt idx="2295">
                  <c:v>288766.6263139088</c:v>
                </c:pt>
                <c:pt idx="2296">
                  <c:v>288886.71512380475</c:v>
                </c:pt>
                <c:pt idx="2297">
                  <c:v>289006.8039337007</c:v>
                </c:pt>
                <c:pt idx="2298">
                  <c:v>289126.8927435967</c:v>
                </c:pt>
                <c:pt idx="2299">
                  <c:v>289246.98155349266</c:v>
                </c:pt>
                <c:pt idx="2300">
                  <c:v>289367.07036338863</c:v>
                </c:pt>
                <c:pt idx="2301">
                  <c:v>289487.1591732846</c:v>
                </c:pt>
                <c:pt idx="2302">
                  <c:v>289607.24798318057</c:v>
                </c:pt>
                <c:pt idx="2303">
                  <c:v>289725.0367217602</c:v>
                </c:pt>
                <c:pt idx="2304">
                  <c:v>289842.8254603398</c:v>
                </c:pt>
                <c:pt idx="2305">
                  <c:v>289960.6141989194</c:v>
                </c:pt>
                <c:pt idx="2306">
                  <c:v>290078.402937499</c:v>
                </c:pt>
                <c:pt idx="2307">
                  <c:v>290196.1916760786</c:v>
                </c:pt>
                <c:pt idx="2308">
                  <c:v>290313.9804146582</c:v>
                </c:pt>
                <c:pt idx="2309">
                  <c:v>290431.7691532378</c:v>
                </c:pt>
                <c:pt idx="2310">
                  <c:v>290549.5578918174</c:v>
                </c:pt>
                <c:pt idx="2311">
                  <c:v>290667.346630397</c:v>
                </c:pt>
                <c:pt idx="2312">
                  <c:v>290785.1353689766</c:v>
                </c:pt>
                <c:pt idx="2313">
                  <c:v>290902.92410755623</c:v>
                </c:pt>
                <c:pt idx="2314">
                  <c:v>291020.71284613584</c:v>
                </c:pt>
                <c:pt idx="2315">
                  <c:v>291138.50158471544</c:v>
                </c:pt>
                <c:pt idx="2316">
                  <c:v>291256.29032329505</c:v>
                </c:pt>
                <c:pt idx="2317">
                  <c:v>291374.07906187465</c:v>
                </c:pt>
                <c:pt idx="2318">
                  <c:v>291491.86780045426</c:v>
                </c:pt>
                <c:pt idx="2319">
                  <c:v>291609.65653903387</c:v>
                </c:pt>
                <c:pt idx="2320">
                  <c:v>291727.4452776135</c:v>
                </c:pt>
                <c:pt idx="2321">
                  <c:v>291845.2340161931</c:v>
                </c:pt>
                <c:pt idx="2322">
                  <c:v>291963.0227547727</c:v>
                </c:pt>
                <c:pt idx="2323">
                  <c:v>292080.8114933523</c:v>
                </c:pt>
                <c:pt idx="2324">
                  <c:v>292198.6002319319</c:v>
                </c:pt>
                <c:pt idx="2325">
                  <c:v>292316.3889705115</c:v>
                </c:pt>
                <c:pt idx="2326">
                  <c:v>292434.1777090911</c:v>
                </c:pt>
                <c:pt idx="2327">
                  <c:v>292551.9664476707</c:v>
                </c:pt>
                <c:pt idx="2328">
                  <c:v>292669.7551862503</c:v>
                </c:pt>
                <c:pt idx="2329">
                  <c:v>292787.5439248299</c:v>
                </c:pt>
                <c:pt idx="2330">
                  <c:v>292905.3326634095</c:v>
                </c:pt>
                <c:pt idx="2331">
                  <c:v>293022.85790408845</c:v>
                </c:pt>
                <c:pt idx="2332">
                  <c:v>293140.3831447674</c:v>
                </c:pt>
                <c:pt idx="2333">
                  <c:v>293257.9083854463</c:v>
                </c:pt>
                <c:pt idx="2334">
                  <c:v>293375.4336261252</c:v>
                </c:pt>
                <c:pt idx="2335">
                  <c:v>293492.95886680414</c:v>
                </c:pt>
                <c:pt idx="2336">
                  <c:v>293610.48410748306</c:v>
                </c:pt>
                <c:pt idx="2337">
                  <c:v>293728.009348162</c:v>
                </c:pt>
                <c:pt idx="2338">
                  <c:v>293845.5345888409</c:v>
                </c:pt>
                <c:pt idx="2339">
                  <c:v>293963.0598295198</c:v>
                </c:pt>
                <c:pt idx="2340">
                  <c:v>294080.58507019875</c:v>
                </c:pt>
                <c:pt idx="2341">
                  <c:v>294198.1103108777</c:v>
                </c:pt>
                <c:pt idx="2342">
                  <c:v>294315.6355515566</c:v>
                </c:pt>
                <c:pt idx="2343">
                  <c:v>294433.1607922355</c:v>
                </c:pt>
                <c:pt idx="2344">
                  <c:v>294550.68603291444</c:v>
                </c:pt>
                <c:pt idx="2345">
                  <c:v>294668.21127359336</c:v>
                </c:pt>
                <c:pt idx="2346">
                  <c:v>294785.7365142723</c:v>
                </c:pt>
                <c:pt idx="2347">
                  <c:v>294903.2617549512</c:v>
                </c:pt>
                <c:pt idx="2348">
                  <c:v>295020.78699563013</c:v>
                </c:pt>
                <c:pt idx="2349">
                  <c:v>295138.31223630905</c:v>
                </c:pt>
                <c:pt idx="2350">
                  <c:v>295255.837476988</c:v>
                </c:pt>
                <c:pt idx="2351">
                  <c:v>295373.3627176669</c:v>
                </c:pt>
                <c:pt idx="2352">
                  <c:v>295490.8879583458</c:v>
                </c:pt>
                <c:pt idx="2353">
                  <c:v>295608.41319902474</c:v>
                </c:pt>
                <c:pt idx="2354">
                  <c:v>295725.93843970366</c:v>
                </c:pt>
                <c:pt idx="2355">
                  <c:v>295843.4636803826</c:v>
                </c:pt>
                <c:pt idx="2356">
                  <c:v>295960.9889210615</c:v>
                </c:pt>
                <c:pt idx="2357">
                  <c:v>296078.51416174043</c:v>
                </c:pt>
                <c:pt idx="2358">
                  <c:v>296196.03940241935</c:v>
                </c:pt>
                <c:pt idx="2359">
                  <c:v>296313.5646430983</c:v>
                </c:pt>
                <c:pt idx="2360">
                  <c:v>296431.0898837772</c:v>
                </c:pt>
                <c:pt idx="2361">
                  <c:v>296548.6151244561</c:v>
                </c:pt>
                <c:pt idx="2362">
                  <c:v>296666.14036513504</c:v>
                </c:pt>
                <c:pt idx="2363">
                  <c:v>296783.66560581396</c:v>
                </c:pt>
                <c:pt idx="2364">
                  <c:v>296901.1908464929</c:v>
                </c:pt>
                <c:pt idx="2365">
                  <c:v>297018.7160871718</c:v>
                </c:pt>
                <c:pt idx="2366">
                  <c:v>297136.24132785073</c:v>
                </c:pt>
                <c:pt idx="2367">
                  <c:v>297253.76656852965</c:v>
                </c:pt>
                <c:pt idx="2368">
                  <c:v>297371.2918092086</c:v>
                </c:pt>
                <c:pt idx="2369">
                  <c:v>297487.0472321694</c:v>
                </c:pt>
                <c:pt idx="2370">
                  <c:v>297602.8026551303</c:v>
                </c:pt>
                <c:pt idx="2371">
                  <c:v>297718.5580780911</c:v>
                </c:pt>
                <c:pt idx="2372">
                  <c:v>297834.313501052</c:v>
                </c:pt>
                <c:pt idx="2373">
                  <c:v>297950.0689240128</c:v>
                </c:pt>
                <c:pt idx="2374">
                  <c:v>298065.8243469737</c:v>
                </c:pt>
                <c:pt idx="2375">
                  <c:v>298181.5797699345</c:v>
                </c:pt>
                <c:pt idx="2376">
                  <c:v>298297.3351928954</c:v>
                </c:pt>
                <c:pt idx="2377">
                  <c:v>298413.0906158562</c:v>
                </c:pt>
                <c:pt idx="2378">
                  <c:v>298528.8460388171</c:v>
                </c:pt>
                <c:pt idx="2379">
                  <c:v>298644.60146177793</c:v>
                </c:pt>
                <c:pt idx="2380">
                  <c:v>298760.3568847388</c:v>
                </c:pt>
                <c:pt idx="2381">
                  <c:v>298875.99277930637</c:v>
                </c:pt>
                <c:pt idx="2382">
                  <c:v>298991.62867387396</c:v>
                </c:pt>
                <c:pt idx="2383">
                  <c:v>299107.26456844155</c:v>
                </c:pt>
                <c:pt idx="2384">
                  <c:v>299222.90046300914</c:v>
                </c:pt>
                <c:pt idx="2385">
                  <c:v>299338.5363575767</c:v>
                </c:pt>
                <c:pt idx="2386">
                  <c:v>299454.1722521443</c:v>
                </c:pt>
                <c:pt idx="2387">
                  <c:v>299569.8081467119</c:v>
                </c:pt>
                <c:pt idx="2388">
                  <c:v>299685.4440412795</c:v>
                </c:pt>
                <c:pt idx="2389">
                  <c:v>299801.0799358471</c:v>
                </c:pt>
                <c:pt idx="2390">
                  <c:v>299916.7158304147</c:v>
                </c:pt>
                <c:pt idx="2391">
                  <c:v>300032.35172498226</c:v>
                </c:pt>
                <c:pt idx="2392">
                  <c:v>300147.98761954985</c:v>
                </c:pt>
                <c:pt idx="2393">
                  <c:v>300263.62351411744</c:v>
                </c:pt>
                <c:pt idx="2394">
                  <c:v>300379.25940868503</c:v>
                </c:pt>
                <c:pt idx="2395">
                  <c:v>300494.8953032526</c:v>
                </c:pt>
                <c:pt idx="2396">
                  <c:v>300610.5311978202</c:v>
                </c:pt>
                <c:pt idx="2397">
                  <c:v>300726.1670923878</c:v>
                </c:pt>
                <c:pt idx="2398">
                  <c:v>300841.8029869554</c:v>
                </c:pt>
                <c:pt idx="2399">
                  <c:v>300957.438881523</c:v>
                </c:pt>
                <c:pt idx="2400">
                  <c:v>301073.07477609057</c:v>
                </c:pt>
                <c:pt idx="2401">
                  <c:v>301188.71067065815</c:v>
                </c:pt>
                <c:pt idx="2402">
                  <c:v>301304.34656522574</c:v>
                </c:pt>
                <c:pt idx="2403">
                  <c:v>301419.1241055435</c:v>
                </c:pt>
                <c:pt idx="2404">
                  <c:v>301533.9016458612</c:v>
                </c:pt>
                <c:pt idx="2405">
                  <c:v>301648.67918617895</c:v>
                </c:pt>
                <c:pt idx="2406">
                  <c:v>301763.4567264967</c:v>
                </c:pt>
                <c:pt idx="2407">
                  <c:v>301878.2342668144</c:v>
                </c:pt>
                <c:pt idx="2408">
                  <c:v>301993.01180713216</c:v>
                </c:pt>
                <c:pt idx="2409">
                  <c:v>302107.7893474499</c:v>
                </c:pt>
                <c:pt idx="2410">
                  <c:v>302222.56688776764</c:v>
                </c:pt>
                <c:pt idx="2411">
                  <c:v>302337.3444280854</c:v>
                </c:pt>
                <c:pt idx="2412">
                  <c:v>302452.1219684031</c:v>
                </c:pt>
                <c:pt idx="2413">
                  <c:v>302566.89950872085</c:v>
                </c:pt>
                <c:pt idx="2414">
                  <c:v>302681.6770490386</c:v>
                </c:pt>
                <c:pt idx="2415">
                  <c:v>302796.4545893563</c:v>
                </c:pt>
                <c:pt idx="2416">
                  <c:v>302911.23212967406</c:v>
                </c:pt>
                <c:pt idx="2417">
                  <c:v>303026.0096699918</c:v>
                </c:pt>
                <c:pt idx="2418">
                  <c:v>303140.7872103095</c:v>
                </c:pt>
                <c:pt idx="2419">
                  <c:v>303255.56475062727</c:v>
                </c:pt>
                <c:pt idx="2420">
                  <c:v>303370.342290945</c:v>
                </c:pt>
                <c:pt idx="2421">
                  <c:v>303485.11983126274</c:v>
                </c:pt>
                <c:pt idx="2422">
                  <c:v>303599.8973715805</c:v>
                </c:pt>
                <c:pt idx="2423">
                  <c:v>303714.6749118982</c:v>
                </c:pt>
                <c:pt idx="2424">
                  <c:v>303829.45245221595</c:v>
                </c:pt>
                <c:pt idx="2425">
                  <c:v>303944.2299925337</c:v>
                </c:pt>
                <c:pt idx="2426">
                  <c:v>304059.0075328514</c:v>
                </c:pt>
                <c:pt idx="2427">
                  <c:v>304173.78507316916</c:v>
                </c:pt>
                <c:pt idx="2428">
                  <c:v>304288.5626134869</c:v>
                </c:pt>
                <c:pt idx="2429">
                  <c:v>304403.34015380463</c:v>
                </c:pt>
                <c:pt idx="2430">
                  <c:v>304518.11769412237</c:v>
                </c:pt>
                <c:pt idx="2431">
                  <c:v>304632.8952344401</c:v>
                </c:pt>
                <c:pt idx="2432">
                  <c:v>304747.67277475784</c:v>
                </c:pt>
                <c:pt idx="2433">
                  <c:v>304862.4503150756</c:v>
                </c:pt>
                <c:pt idx="2434">
                  <c:v>304977.2278553933</c:v>
                </c:pt>
                <c:pt idx="2435">
                  <c:v>305092.00539571105</c:v>
                </c:pt>
                <c:pt idx="2436">
                  <c:v>305206.7829360288</c:v>
                </c:pt>
                <c:pt idx="2437">
                  <c:v>305321.5604763465</c:v>
                </c:pt>
                <c:pt idx="2438">
                  <c:v>305436.33801666426</c:v>
                </c:pt>
                <c:pt idx="2439">
                  <c:v>305551.115556982</c:v>
                </c:pt>
                <c:pt idx="2440">
                  <c:v>305665.89309729973</c:v>
                </c:pt>
                <c:pt idx="2441">
                  <c:v>305780.67063761747</c:v>
                </c:pt>
                <c:pt idx="2442">
                  <c:v>305895.4481779352</c:v>
                </c:pt>
                <c:pt idx="2443">
                  <c:v>306010.22571825294</c:v>
                </c:pt>
                <c:pt idx="2444">
                  <c:v>306125.0032585707</c:v>
                </c:pt>
                <c:pt idx="2445">
                  <c:v>306239.7807988884</c:v>
                </c:pt>
                <c:pt idx="2446">
                  <c:v>306354.55833920615</c:v>
                </c:pt>
                <c:pt idx="2447">
                  <c:v>306469.3358795239</c:v>
                </c:pt>
                <c:pt idx="2448">
                  <c:v>306584.1134198416</c:v>
                </c:pt>
                <c:pt idx="2449">
                  <c:v>306698.89096015936</c:v>
                </c:pt>
                <c:pt idx="2450">
                  <c:v>306813.6685004771</c:v>
                </c:pt>
                <c:pt idx="2451">
                  <c:v>306928.44604079484</c:v>
                </c:pt>
                <c:pt idx="2452">
                  <c:v>307043.2235811126</c:v>
                </c:pt>
                <c:pt idx="2453">
                  <c:v>307158.0011214303</c:v>
                </c:pt>
                <c:pt idx="2454">
                  <c:v>307272.77866174805</c:v>
                </c:pt>
                <c:pt idx="2455">
                  <c:v>307387.5562020658</c:v>
                </c:pt>
                <c:pt idx="2456">
                  <c:v>307502.3337423835</c:v>
                </c:pt>
                <c:pt idx="2457">
                  <c:v>307617.11128270125</c:v>
                </c:pt>
                <c:pt idx="2458">
                  <c:v>307731.888823019</c:v>
                </c:pt>
                <c:pt idx="2459">
                  <c:v>307846.6663633367</c:v>
                </c:pt>
                <c:pt idx="2460">
                  <c:v>307961.44390365446</c:v>
                </c:pt>
                <c:pt idx="2461">
                  <c:v>308076.2214439722</c:v>
                </c:pt>
                <c:pt idx="2462">
                  <c:v>308190.99898428994</c:v>
                </c:pt>
                <c:pt idx="2463">
                  <c:v>308305.7765246077</c:v>
                </c:pt>
                <c:pt idx="2464">
                  <c:v>308423.23857823224</c:v>
                </c:pt>
                <c:pt idx="2465">
                  <c:v>308540.7006318568</c:v>
                </c:pt>
                <c:pt idx="2466">
                  <c:v>308658.16268548137</c:v>
                </c:pt>
                <c:pt idx="2467">
                  <c:v>308775.62473910593</c:v>
                </c:pt>
                <c:pt idx="2468">
                  <c:v>308893.0867927305</c:v>
                </c:pt>
                <c:pt idx="2469">
                  <c:v>309010.54884635506</c:v>
                </c:pt>
                <c:pt idx="2470">
                  <c:v>309127.96745769784</c:v>
                </c:pt>
                <c:pt idx="2471">
                  <c:v>309245.3860690406</c:v>
                </c:pt>
                <c:pt idx="2472">
                  <c:v>309362.8046803834</c:v>
                </c:pt>
                <c:pt idx="2473">
                  <c:v>309480.2232917262</c:v>
                </c:pt>
                <c:pt idx="2474">
                  <c:v>309597.641903069</c:v>
                </c:pt>
                <c:pt idx="2475">
                  <c:v>309715.0605144118</c:v>
                </c:pt>
                <c:pt idx="2476">
                  <c:v>309832.47912575456</c:v>
                </c:pt>
                <c:pt idx="2477">
                  <c:v>309949.89773709734</c:v>
                </c:pt>
                <c:pt idx="2478">
                  <c:v>310067.31634844013</c:v>
                </c:pt>
                <c:pt idx="2479">
                  <c:v>310184.7349597829</c:v>
                </c:pt>
                <c:pt idx="2480">
                  <c:v>310302.1535711257</c:v>
                </c:pt>
                <c:pt idx="2481">
                  <c:v>310419.5721824685</c:v>
                </c:pt>
                <c:pt idx="2482">
                  <c:v>310536.9907938113</c:v>
                </c:pt>
                <c:pt idx="2483">
                  <c:v>310654.40940515406</c:v>
                </c:pt>
                <c:pt idx="2484">
                  <c:v>310771.82801649685</c:v>
                </c:pt>
                <c:pt idx="2485">
                  <c:v>310889.24662783963</c:v>
                </c:pt>
                <c:pt idx="2486">
                  <c:v>311006.6652391824</c:v>
                </c:pt>
                <c:pt idx="2487">
                  <c:v>311124.0838505252</c:v>
                </c:pt>
                <c:pt idx="2488">
                  <c:v>311241.502461868</c:v>
                </c:pt>
                <c:pt idx="2489">
                  <c:v>311358.9210732108</c:v>
                </c:pt>
                <c:pt idx="2490">
                  <c:v>311476.33968455356</c:v>
                </c:pt>
                <c:pt idx="2491">
                  <c:v>311593.75829589635</c:v>
                </c:pt>
                <c:pt idx="2492">
                  <c:v>311711.17690723913</c:v>
                </c:pt>
                <c:pt idx="2493">
                  <c:v>311828.5955185819</c:v>
                </c:pt>
                <c:pt idx="2494">
                  <c:v>311946.0141299247</c:v>
                </c:pt>
                <c:pt idx="2495">
                  <c:v>312063.4327412675</c:v>
                </c:pt>
                <c:pt idx="2496">
                  <c:v>312180.8513526103</c:v>
                </c:pt>
                <c:pt idx="2497">
                  <c:v>312298.26996395306</c:v>
                </c:pt>
                <c:pt idx="2498">
                  <c:v>312415.68857529585</c:v>
                </c:pt>
                <c:pt idx="2499">
                  <c:v>312533.10718663863</c:v>
                </c:pt>
                <c:pt idx="2500">
                  <c:v>312650.5257979814</c:v>
                </c:pt>
                <c:pt idx="2501">
                  <c:v>312767.9444093242</c:v>
                </c:pt>
                <c:pt idx="2502">
                  <c:v>312885.363020667</c:v>
                </c:pt>
                <c:pt idx="2503">
                  <c:v>313002.7816320098</c:v>
                </c:pt>
                <c:pt idx="2504">
                  <c:v>313120.20024335256</c:v>
                </c:pt>
                <c:pt idx="2505">
                  <c:v>313237.61885469535</c:v>
                </c:pt>
                <c:pt idx="2506">
                  <c:v>313355.03746603813</c:v>
                </c:pt>
                <c:pt idx="2507">
                  <c:v>313472.4560773809</c:v>
                </c:pt>
                <c:pt idx="2508">
                  <c:v>313589.8746887237</c:v>
                </c:pt>
                <c:pt idx="2509">
                  <c:v>313707.2933000665</c:v>
                </c:pt>
                <c:pt idx="2510">
                  <c:v>313824.7119114093</c:v>
                </c:pt>
                <c:pt idx="2511">
                  <c:v>313942.13052275206</c:v>
                </c:pt>
                <c:pt idx="2512">
                  <c:v>314059.54913409485</c:v>
                </c:pt>
                <c:pt idx="2513">
                  <c:v>314176.96774543764</c:v>
                </c:pt>
                <c:pt idx="2514">
                  <c:v>314294.3863567804</c:v>
                </c:pt>
                <c:pt idx="2515">
                  <c:v>314411.8049681232</c:v>
                </c:pt>
                <c:pt idx="2516">
                  <c:v>314529.223579466</c:v>
                </c:pt>
                <c:pt idx="2517">
                  <c:v>314646.6421908088</c:v>
                </c:pt>
                <c:pt idx="2518">
                  <c:v>314764.06080215157</c:v>
                </c:pt>
                <c:pt idx="2519">
                  <c:v>314881.47941349435</c:v>
                </c:pt>
                <c:pt idx="2520">
                  <c:v>314998.89802483714</c:v>
                </c:pt>
                <c:pt idx="2521">
                  <c:v>315116.3166361799</c:v>
                </c:pt>
                <c:pt idx="2522">
                  <c:v>315233.7352475227</c:v>
                </c:pt>
                <c:pt idx="2523">
                  <c:v>315351.1538588655</c:v>
                </c:pt>
                <c:pt idx="2524">
                  <c:v>315468.5724702083</c:v>
                </c:pt>
                <c:pt idx="2525">
                  <c:v>315585.99108155107</c:v>
                </c:pt>
                <c:pt idx="2526">
                  <c:v>315703.40969289385</c:v>
                </c:pt>
                <c:pt idx="2527">
                  <c:v>315820.82830423664</c:v>
                </c:pt>
                <c:pt idx="2528">
                  <c:v>315938.2469155794</c:v>
                </c:pt>
                <c:pt idx="2529">
                  <c:v>316055.6655269222</c:v>
                </c:pt>
                <c:pt idx="2530">
                  <c:v>316173.084138265</c:v>
                </c:pt>
                <c:pt idx="2531">
                  <c:v>316290.5027496078</c:v>
                </c:pt>
                <c:pt idx="2532">
                  <c:v>316407.92136095057</c:v>
                </c:pt>
                <c:pt idx="2533">
                  <c:v>316525.33997229335</c:v>
                </c:pt>
                <c:pt idx="2534">
                  <c:v>316642.75858363614</c:v>
                </c:pt>
                <c:pt idx="2535">
                  <c:v>316760.1771949789</c:v>
                </c:pt>
                <c:pt idx="2536">
                  <c:v>316877.5958063217</c:v>
                </c:pt>
                <c:pt idx="2537">
                  <c:v>316995.0144176645</c:v>
                </c:pt>
                <c:pt idx="2538">
                  <c:v>317112.4330290073</c:v>
                </c:pt>
                <c:pt idx="2539">
                  <c:v>317229.85164035007</c:v>
                </c:pt>
                <c:pt idx="2540">
                  <c:v>317347.27025169285</c:v>
                </c:pt>
                <c:pt idx="2541">
                  <c:v>317464.68886303564</c:v>
                </c:pt>
                <c:pt idx="2542">
                  <c:v>317582.1074743784</c:v>
                </c:pt>
                <c:pt idx="2543">
                  <c:v>317699.5260857212</c:v>
                </c:pt>
                <c:pt idx="2544">
                  <c:v>317816.944697064</c:v>
                </c:pt>
                <c:pt idx="2545">
                  <c:v>317934.3633084068</c:v>
                </c:pt>
                <c:pt idx="2546">
                  <c:v>318051.78191974957</c:v>
                </c:pt>
                <c:pt idx="2547">
                  <c:v>318169.20053109236</c:v>
                </c:pt>
                <c:pt idx="2548">
                  <c:v>318286.61914243514</c:v>
                </c:pt>
                <c:pt idx="2549">
                  <c:v>318404.0377537779</c:v>
                </c:pt>
                <c:pt idx="2550">
                  <c:v>318521.4563651207</c:v>
                </c:pt>
                <c:pt idx="2551">
                  <c:v>318638.8749764635</c:v>
                </c:pt>
                <c:pt idx="2552">
                  <c:v>318756.2935878063</c:v>
                </c:pt>
                <c:pt idx="2553">
                  <c:v>318873.7121991491</c:v>
                </c:pt>
                <c:pt idx="2554">
                  <c:v>318991.13081049186</c:v>
                </c:pt>
                <c:pt idx="2555">
                  <c:v>319108.54942183464</c:v>
                </c:pt>
                <c:pt idx="2556">
                  <c:v>319225.9680331774</c:v>
                </c:pt>
                <c:pt idx="2557">
                  <c:v>319343.3866445202</c:v>
                </c:pt>
                <c:pt idx="2558">
                  <c:v>319460.805255863</c:v>
                </c:pt>
                <c:pt idx="2559">
                  <c:v>319578.2238672058</c:v>
                </c:pt>
                <c:pt idx="2560">
                  <c:v>319695.6424785486</c:v>
                </c:pt>
                <c:pt idx="2561">
                  <c:v>319813.06108989136</c:v>
                </c:pt>
                <c:pt idx="2562">
                  <c:v>319930.47970123414</c:v>
                </c:pt>
                <c:pt idx="2563">
                  <c:v>320047.89831257693</c:v>
                </c:pt>
                <c:pt idx="2564">
                  <c:v>320165.3169239197</c:v>
                </c:pt>
                <c:pt idx="2565">
                  <c:v>320282.7355352625</c:v>
                </c:pt>
                <c:pt idx="2566">
                  <c:v>320400.1541466053</c:v>
                </c:pt>
                <c:pt idx="2567">
                  <c:v>320517.5727579481</c:v>
                </c:pt>
                <c:pt idx="2568">
                  <c:v>320634.99136929086</c:v>
                </c:pt>
                <c:pt idx="2569">
                  <c:v>320752.40998063365</c:v>
                </c:pt>
                <c:pt idx="2570">
                  <c:v>320869.82859197643</c:v>
                </c:pt>
                <c:pt idx="2571">
                  <c:v>320987.2472033192</c:v>
                </c:pt>
                <c:pt idx="2572">
                  <c:v>321104.665814662</c:v>
                </c:pt>
                <c:pt idx="2573">
                  <c:v>321222.0844260048</c:v>
                </c:pt>
                <c:pt idx="2574">
                  <c:v>321339.5030373476</c:v>
                </c:pt>
                <c:pt idx="2575">
                  <c:v>321456.92164869036</c:v>
                </c:pt>
                <c:pt idx="2576">
                  <c:v>321574.34026003315</c:v>
                </c:pt>
                <c:pt idx="2577">
                  <c:v>321691.75887137593</c:v>
                </c:pt>
                <c:pt idx="2578">
                  <c:v>321809.1774827187</c:v>
                </c:pt>
                <c:pt idx="2579">
                  <c:v>321926.5960940615</c:v>
                </c:pt>
                <c:pt idx="2580">
                  <c:v>322044.0147054043</c:v>
                </c:pt>
                <c:pt idx="2581">
                  <c:v>322161.4333167471</c:v>
                </c:pt>
                <c:pt idx="2582">
                  <c:v>322278.85192808986</c:v>
                </c:pt>
                <c:pt idx="2583">
                  <c:v>322396.27053943265</c:v>
                </c:pt>
                <c:pt idx="2584">
                  <c:v>322513.68915077543</c:v>
                </c:pt>
                <c:pt idx="2585">
                  <c:v>322631.1077621182</c:v>
                </c:pt>
                <c:pt idx="2586">
                  <c:v>322748.526373461</c:v>
                </c:pt>
                <c:pt idx="2587">
                  <c:v>322865.9449848038</c:v>
                </c:pt>
                <c:pt idx="2588">
                  <c:v>322985.2307411496</c:v>
                </c:pt>
                <c:pt idx="2589">
                  <c:v>323104.51649749535</c:v>
                </c:pt>
                <c:pt idx="2590">
                  <c:v>323223.80225384113</c:v>
                </c:pt>
                <c:pt idx="2591">
                  <c:v>323343.0880101869</c:v>
                </c:pt>
                <c:pt idx="2592">
                  <c:v>323462.3737665327</c:v>
                </c:pt>
                <c:pt idx="2593">
                  <c:v>323581.6595228785</c:v>
                </c:pt>
                <c:pt idx="2594">
                  <c:v>323700.94527922425</c:v>
                </c:pt>
                <c:pt idx="2595">
                  <c:v>323820.23103557003</c:v>
                </c:pt>
                <c:pt idx="2596">
                  <c:v>323939.5167919158</c:v>
                </c:pt>
                <c:pt idx="2597">
                  <c:v>324058.8025482616</c:v>
                </c:pt>
                <c:pt idx="2598">
                  <c:v>324178.0883046074</c:v>
                </c:pt>
                <c:pt idx="2599">
                  <c:v>324297.37406095315</c:v>
                </c:pt>
                <c:pt idx="2600">
                  <c:v>324416.65981729893</c:v>
                </c:pt>
                <c:pt idx="2601">
                  <c:v>324535.9455736447</c:v>
                </c:pt>
                <c:pt idx="2602">
                  <c:v>324655.2313299905</c:v>
                </c:pt>
                <c:pt idx="2603">
                  <c:v>324774.5170863363</c:v>
                </c:pt>
                <c:pt idx="2604">
                  <c:v>324893.80284268205</c:v>
                </c:pt>
                <c:pt idx="2605">
                  <c:v>325013.03310174897</c:v>
                </c:pt>
                <c:pt idx="2606">
                  <c:v>325132.2633608159</c:v>
                </c:pt>
                <c:pt idx="2607">
                  <c:v>325251.4936198828</c:v>
                </c:pt>
                <c:pt idx="2608">
                  <c:v>325372.764888696</c:v>
                </c:pt>
                <c:pt idx="2609">
                  <c:v>325494.03615750925</c:v>
                </c:pt>
                <c:pt idx="2610">
                  <c:v>325615.3074263225</c:v>
                </c:pt>
                <c:pt idx="2611">
                  <c:v>325735.8085077818</c:v>
                </c:pt>
                <c:pt idx="2612">
                  <c:v>325855.9017358186</c:v>
                </c:pt>
                <c:pt idx="2613">
                  <c:v>325975.99496385537</c:v>
                </c:pt>
                <c:pt idx="2614">
                  <c:v>326096.08819189214</c:v>
                </c:pt>
                <c:pt idx="2615">
                  <c:v>326216.1814199289</c:v>
                </c:pt>
                <c:pt idx="2616">
                  <c:v>326336.2746479657</c:v>
                </c:pt>
                <c:pt idx="2617">
                  <c:v>326456.36787600245</c:v>
                </c:pt>
                <c:pt idx="2618">
                  <c:v>326576.4611040392</c:v>
                </c:pt>
                <c:pt idx="2619">
                  <c:v>326696.554332076</c:v>
                </c:pt>
                <c:pt idx="2620">
                  <c:v>326816.64756011276</c:v>
                </c:pt>
                <c:pt idx="2621">
                  <c:v>326936.74078814953</c:v>
                </c:pt>
                <c:pt idx="2622">
                  <c:v>327056.8340161863</c:v>
                </c:pt>
                <c:pt idx="2623">
                  <c:v>327176.9272442231</c:v>
                </c:pt>
                <c:pt idx="2624">
                  <c:v>327297.02047225984</c:v>
                </c:pt>
                <c:pt idx="2625">
                  <c:v>327416.0707295619</c:v>
                </c:pt>
                <c:pt idx="2626">
                  <c:v>327535.12098686397</c:v>
                </c:pt>
                <c:pt idx="2627">
                  <c:v>327653.3780434218</c:v>
                </c:pt>
                <c:pt idx="2628">
                  <c:v>327772.10101355513</c:v>
                </c:pt>
                <c:pt idx="2629">
                  <c:v>327890.8239836885</c:v>
                </c:pt>
                <c:pt idx="2630">
                  <c:v>328008.8367882998</c:v>
                </c:pt>
                <c:pt idx="2631">
                  <c:v>328126.8495929111</c:v>
                </c:pt>
                <c:pt idx="2632">
                  <c:v>328244.8623975224</c:v>
                </c:pt>
                <c:pt idx="2633">
                  <c:v>328363.07955329935</c:v>
                </c:pt>
                <c:pt idx="2634">
                  <c:v>328481.2967090763</c:v>
                </c:pt>
                <c:pt idx="2635">
                  <c:v>328599.13214763295</c:v>
                </c:pt>
                <c:pt idx="2636">
                  <c:v>328716.96758618957</c:v>
                </c:pt>
                <c:pt idx="2637">
                  <c:v>328834.8030247462</c:v>
                </c:pt>
                <c:pt idx="2638">
                  <c:v>328952.6384633028</c:v>
                </c:pt>
                <c:pt idx="2639">
                  <c:v>329070.4739018594</c:v>
                </c:pt>
                <c:pt idx="2640">
                  <c:v>329188.30934041605</c:v>
                </c:pt>
                <c:pt idx="2641">
                  <c:v>329306.14477897267</c:v>
                </c:pt>
                <c:pt idx="2642">
                  <c:v>329423.9802175293</c:v>
                </c:pt>
                <c:pt idx="2643">
                  <c:v>329541.8156560859</c:v>
                </c:pt>
                <c:pt idx="2644">
                  <c:v>329659.6510946425</c:v>
                </c:pt>
                <c:pt idx="2645">
                  <c:v>329776.4938196884</c:v>
                </c:pt>
                <c:pt idx="2646">
                  <c:v>329895.78266310634</c:v>
                </c:pt>
                <c:pt idx="2647">
                  <c:v>330015.0715065243</c:v>
                </c:pt>
                <c:pt idx="2648">
                  <c:v>330134.36034994223</c:v>
                </c:pt>
                <c:pt idx="2649">
                  <c:v>330253.6491933602</c:v>
                </c:pt>
                <c:pt idx="2650">
                  <c:v>330372.9380367781</c:v>
                </c:pt>
                <c:pt idx="2651">
                  <c:v>330492.2268801961</c:v>
                </c:pt>
                <c:pt idx="2652">
                  <c:v>330611.515723614</c:v>
                </c:pt>
                <c:pt idx="2653">
                  <c:v>330730.80456703197</c:v>
                </c:pt>
                <c:pt idx="2654">
                  <c:v>330850.0934104499</c:v>
                </c:pt>
                <c:pt idx="2655">
                  <c:v>330969.38225386787</c:v>
                </c:pt>
                <c:pt idx="2656">
                  <c:v>331088.6710972858</c:v>
                </c:pt>
                <c:pt idx="2657">
                  <c:v>331207.95994070376</c:v>
                </c:pt>
                <c:pt idx="2658">
                  <c:v>331327.2487841217</c:v>
                </c:pt>
                <c:pt idx="2659">
                  <c:v>331446.53762753966</c:v>
                </c:pt>
                <c:pt idx="2660">
                  <c:v>331565.8264709576</c:v>
                </c:pt>
                <c:pt idx="2661">
                  <c:v>331685.11531437555</c:v>
                </c:pt>
                <c:pt idx="2662">
                  <c:v>331804.4041577935</c:v>
                </c:pt>
                <c:pt idx="2663">
                  <c:v>331923.69300121145</c:v>
                </c:pt>
                <c:pt idx="2664">
                  <c:v>332042.55710898986</c:v>
                </c:pt>
                <c:pt idx="2665">
                  <c:v>332161.42121676827</c:v>
                </c:pt>
                <c:pt idx="2666">
                  <c:v>332280.2853245467</c:v>
                </c:pt>
                <c:pt idx="2667">
                  <c:v>332399.1494323251</c:v>
                </c:pt>
                <c:pt idx="2668">
                  <c:v>332518.0135401035</c:v>
                </c:pt>
                <c:pt idx="2669">
                  <c:v>332636.8776478819</c:v>
                </c:pt>
                <c:pt idx="2670">
                  <c:v>332755.74175566033</c:v>
                </c:pt>
                <c:pt idx="2671">
                  <c:v>332874.60586343874</c:v>
                </c:pt>
                <c:pt idx="2672">
                  <c:v>332989.3298224784</c:v>
                </c:pt>
                <c:pt idx="2673">
                  <c:v>333104.0537815181</c:v>
                </c:pt>
                <c:pt idx="2674">
                  <c:v>333218.77774055774</c:v>
                </c:pt>
                <c:pt idx="2675">
                  <c:v>333333.5016995974</c:v>
                </c:pt>
                <c:pt idx="2676">
                  <c:v>333447.5427460261</c:v>
                </c:pt>
                <c:pt idx="2677">
                  <c:v>333561.58379245485</c:v>
                </c:pt>
                <c:pt idx="2678">
                  <c:v>333676.2950951872</c:v>
                </c:pt>
                <c:pt idx="2679">
                  <c:v>333792.41789981804</c:v>
                </c:pt>
                <c:pt idx="2680">
                  <c:v>333908.5407044489</c:v>
                </c:pt>
                <c:pt idx="2681">
                  <c:v>334024.6635090797</c:v>
                </c:pt>
                <c:pt idx="2682">
                  <c:v>334140.78631371056</c:v>
                </c:pt>
                <c:pt idx="2683">
                  <c:v>334255.8186221435</c:v>
                </c:pt>
                <c:pt idx="2684">
                  <c:v>334370.8509305764</c:v>
                </c:pt>
                <c:pt idx="2685">
                  <c:v>334485.8832390093</c:v>
                </c:pt>
                <c:pt idx="2686">
                  <c:v>334600.9155474422</c:v>
                </c:pt>
                <c:pt idx="2687">
                  <c:v>334715.9478558751</c:v>
                </c:pt>
                <c:pt idx="2688">
                  <c:v>334830.98016430804</c:v>
                </c:pt>
                <c:pt idx="2689">
                  <c:v>334946.01247274096</c:v>
                </c:pt>
                <c:pt idx="2690">
                  <c:v>335061.04478117387</c:v>
                </c:pt>
                <c:pt idx="2691">
                  <c:v>335176.0770896068</c:v>
                </c:pt>
                <c:pt idx="2692">
                  <c:v>335291.1093980397</c:v>
                </c:pt>
                <c:pt idx="2693">
                  <c:v>335406.1417064726</c:v>
                </c:pt>
                <c:pt idx="2694">
                  <c:v>335521.1740149055</c:v>
                </c:pt>
                <c:pt idx="2695">
                  <c:v>335636.20632333844</c:v>
                </c:pt>
                <c:pt idx="2696">
                  <c:v>335751.23863177135</c:v>
                </c:pt>
                <c:pt idx="2697">
                  <c:v>335866.27094020427</c:v>
                </c:pt>
                <c:pt idx="2698">
                  <c:v>335981.3032486372</c:v>
                </c:pt>
                <c:pt idx="2699">
                  <c:v>336097.721397238</c:v>
                </c:pt>
                <c:pt idx="2700">
                  <c:v>336213.59584622626</c:v>
                </c:pt>
                <c:pt idx="2701">
                  <c:v>336329.4702952145</c:v>
                </c:pt>
                <c:pt idx="2702">
                  <c:v>336445.34474420274</c:v>
                </c:pt>
                <c:pt idx="2703">
                  <c:v>336561.219193191</c:v>
                </c:pt>
                <c:pt idx="2704">
                  <c:v>336677.0936421792</c:v>
                </c:pt>
                <c:pt idx="2705">
                  <c:v>336792.96809116745</c:v>
                </c:pt>
                <c:pt idx="2706">
                  <c:v>336908.8425401557</c:v>
                </c:pt>
                <c:pt idx="2707">
                  <c:v>337024.7169891439</c:v>
                </c:pt>
                <c:pt idx="2708">
                  <c:v>337140.59143813216</c:v>
                </c:pt>
                <c:pt idx="2709">
                  <c:v>337261.48528422473</c:v>
                </c:pt>
                <c:pt idx="2710">
                  <c:v>337381.42865370784</c:v>
                </c:pt>
                <c:pt idx="2711">
                  <c:v>337501.37202319095</c:v>
                </c:pt>
                <c:pt idx="2712">
                  <c:v>337621.31539267406</c:v>
                </c:pt>
                <c:pt idx="2713">
                  <c:v>337741.2587621572</c:v>
                </c:pt>
                <c:pt idx="2714">
                  <c:v>337861.2021316403</c:v>
                </c:pt>
                <c:pt idx="2715">
                  <c:v>337981.1455011234</c:v>
                </c:pt>
                <c:pt idx="2716">
                  <c:v>338101.0888706065</c:v>
                </c:pt>
                <c:pt idx="2717">
                  <c:v>338221.0322400896</c:v>
                </c:pt>
                <c:pt idx="2718">
                  <c:v>338340.9756095727</c:v>
                </c:pt>
                <c:pt idx="2719">
                  <c:v>338459.8966528685</c:v>
                </c:pt>
                <c:pt idx="2720">
                  <c:v>338574.6874119109</c:v>
                </c:pt>
                <c:pt idx="2721">
                  <c:v>338689.47817095334</c:v>
                </c:pt>
                <c:pt idx="2722">
                  <c:v>338804.2689299958</c:v>
                </c:pt>
                <c:pt idx="2723">
                  <c:v>338919.0596890382</c:v>
                </c:pt>
                <c:pt idx="2724">
                  <c:v>339033.85044808063</c:v>
                </c:pt>
                <c:pt idx="2725">
                  <c:v>339148.64120712306</c:v>
                </c:pt>
                <c:pt idx="2726">
                  <c:v>339263.4319661655</c:v>
                </c:pt>
                <c:pt idx="2727">
                  <c:v>339378.2227252079</c:v>
                </c:pt>
                <c:pt idx="2728">
                  <c:v>339493.01348425035</c:v>
                </c:pt>
                <c:pt idx="2729">
                  <c:v>339607.8042432928</c:v>
                </c:pt>
                <c:pt idx="2730">
                  <c:v>339722.5950023352</c:v>
                </c:pt>
                <c:pt idx="2731">
                  <c:v>339837.38576137763</c:v>
                </c:pt>
                <c:pt idx="2732">
                  <c:v>339952.17652042006</c:v>
                </c:pt>
                <c:pt idx="2733">
                  <c:v>340066.9672794625</c:v>
                </c:pt>
                <c:pt idx="2734">
                  <c:v>340181.7580385049</c:v>
                </c:pt>
                <c:pt idx="2735">
                  <c:v>340296.54879754735</c:v>
                </c:pt>
                <c:pt idx="2736">
                  <c:v>340411.3395565898</c:v>
                </c:pt>
                <c:pt idx="2737">
                  <c:v>340526.1303156322</c:v>
                </c:pt>
                <c:pt idx="2738">
                  <c:v>340640.92107467464</c:v>
                </c:pt>
                <c:pt idx="2739">
                  <c:v>340755.71183371707</c:v>
                </c:pt>
                <c:pt idx="2740">
                  <c:v>340870.5025927595</c:v>
                </c:pt>
                <c:pt idx="2741">
                  <c:v>340985.2933518019</c:v>
                </c:pt>
                <c:pt idx="2742">
                  <c:v>341100.08411084436</c:v>
                </c:pt>
                <c:pt idx="2743">
                  <c:v>341214.8748698868</c:v>
                </c:pt>
                <c:pt idx="2744">
                  <c:v>341329.6656289292</c:v>
                </c:pt>
                <c:pt idx="2745">
                  <c:v>341444.45638797164</c:v>
                </c:pt>
                <c:pt idx="2746">
                  <c:v>341559.2471470141</c:v>
                </c:pt>
                <c:pt idx="2747">
                  <c:v>341674.0379060565</c:v>
                </c:pt>
                <c:pt idx="2748">
                  <c:v>341788.82866509893</c:v>
                </c:pt>
                <c:pt idx="2749">
                  <c:v>341902.85080378485</c:v>
                </c:pt>
                <c:pt idx="2750">
                  <c:v>342016.87294247077</c:v>
                </c:pt>
                <c:pt idx="2751">
                  <c:v>342130.8950811567</c:v>
                </c:pt>
                <c:pt idx="2752">
                  <c:v>342244.9172198426</c:v>
                </c:pt>
                <c:pt idx="2753">
                  <c:v>342358.9393585285</c:v>
                </c:pt>
                <c:pt idx="2754">
                  <c:v>342472.96149721445</c:v>
                </c:pt>
                <c:pt idx="2755">
                  <c:v>342586.98363590037</c:v>
                </c:pt>
                <c:pt idx="2756">
                  <c:v>342700.51399522723</c:v>
                </c:pt>
                <c:pt idx="2757">
                  <c:v>342814.0443545541</c:v>
                </c:pt>
                <c:pt idx="2758">
                  <c:v>342927.57471388095</c:v>
                </c:pt>
                <c:pt idx="2759">
                  <c:v>343041.1050732078</c:v>
                </c:pt>
                <c:pt idx="2760">
                  <c:v>343154.6354325347</c:v>
                </c:pt>
                <c:pt idx="2761">
                  <c:v>343268.16579186154</c:v>
                </c:pt>
                <c:pt idx="2762">
                  <c:v>343381.6961511884</c:v>
                </c:pt>
                <c:pt idx="2763">
                  <c:v>343495.22651051526</c:v>
                </c:pt>
                <c:pt idx="2764">
                  <c:v>343608.7568698421</c:v>
                </c:pt>
                <c:pt idx="2765">
                  <c:v>343722.287229169</c:v>
                </c:pt>
                <c:pt idx="2766">
                  <c:v>343835.81758849585</c:v>
                </c:pt>
                <c:pt idx="2767">
                  <c:v>343949.3479478227</c:v>
                </c:pt>
                <c:pt idx="2768">
                  <c:v>344064.80382835865</c:v>
                </c:pt>
                <c:pt idx="2769">
                  <c:v>344180.2597088946</c:v>
                </c:pt>
                <c:pt idx="2770">
                  <c:v>344296.1397961925</c:v>
                </c:pt>
                <c:pt idx="2771">
                  <c:v>344412.01988349046</c:v>
                </c:pt>
                <c:pt idx="2772">
                  <c:v>344527.8999707884</c:v>
                </c:pt>
                <c:pt idx="2773">
                  <c:v>344641.8017918043</c:v>
                </c:pt>
                <c:pt idx="2774">
                  <c:v>344757.9091882691</c:v>
                </c:pt>
                <c:pt idx="2775">
                  <c:v>344869.7573177565</c:v>
                </c:pt>
                <c:pt idx="2776">
                  <c:v>344981.60544724384</c:v>
                </c:pt>
                <c:pt idx="2777">
                  <c:v>345093.4535767312</c:v>
                </c:pt>
                <c:pt idx="2778">
                  <c:v>345205.81267042214</c:v>
                </c:pt>
                <c:pt idx="2779">
                  <c:v>345318.17176411307</c:v>
                </c:pt>
                <c:pt idx="2780">
                  <c:v>345430.530857804</c:v>
                </c:pt>
                <c:pt idx="2781">
                  <c:v>345542.88995149493</c:v>
                </c:pt>
                <c:pt idx="2782">
                  <c:v>345655.24904518586</c:v>
                </c:pt>
                <c:pt idx="2783">
                  <c:v>345767.6081388768</c:v>
                </c:pt>
                <c:pt idx="2784">
                  <c:v>345879.9672325677</c:v>
                </c:pt>
                <c:pt idx="2785">
                  <c:v>345992.32632625866</c:v>
                </c:pt>
                <c:pt idx="2786">
                  <c:v>346104.6854199496</c:v>
                </c:pt>
                <c:pt idx="2787">
                  <c:v>346217.0445136405</c:v>
                </c:pt>
                <c:pt idx="2788">
                  <c:v>346329.40360733145</c:v>
                </c:pt>
                <c:pt idx="2789">
                  <c:v>346444.2848405541</c:v>
                </c:pt>
                <c:pt idx="2790">
                  <c:v>346559.1660737768</c:v>
                </c:pt>
                <c:pt idx="2791">
                  <c:v>346674.04730699945</c:v>
                </c:pt>
                <c:pt idx="2792">
                  <c:v>346788.9285402221</c:v>
                </c:pt>
                <c:pt idx="2793">
                  <c:v>346903.8097734448</c:v>
                </c:pt>
                <c:pt idx="2794">
                  <c:v>347018.69100666745</c:v>
                </c:pt>
                <c:pt idx="2795">
                  <c:v>347133.5722398901</c:v>
                </c:pt>
                <c:pt idx="2796">
                  <c:v>347248.4534731128</c:v>
                </c:pt>
                <c:pt idx="2797">
                  <c:v>347363.33470633544</c:v>
                </c:pt>
                <c:pt idx="2798">
                  <c:v>347478.2159395581</c:v>
                </c:pt>
                <c:pt idx="2799">
                  <c:v>347593.0971727808</c:v>
                </c:pt>
                <c:pt idx="2800">
                  <c:v>347707.97840600344</c:v>
                </c:pt>
                <c:pt idx="2801">
                  <c:v>347822.8596392261</c:v>
                </c:pt>
                <c:pt idx="2802">
                  <c:v>347937.7408724488</c:v>
                </c:pt>
                <c:pt idx="2803">
                  <c:v>348052.62210567144</c:v>
                </c:pt>
                <c:pt idx="2804">
                  <c:v>348167.5033388941</c:v>
                </c:pt>
                <c:pt idx="2805">
                  <c:v>348282.29850723787</c:v>
                </c:pt>
                <c:pt idx="2806">
                  <c:v>348396.9189565457</c:v>
                </c:pt>
                <c:pt idx="2807">
                  <c:v>348510.9153567914</c:v>
                </c:pt>
                <c:pt idx="2808">
                  <c:v>348625.31654798385</c:v>
                </c:pt>
                <c:pt idx="2809">
                  <c:v>348739.7177391763</c:v>
                </c:pt>
                <c:pt idx="2810">
                  <c:v>348854.11893036874</c:v>
                </c:pt>
                <c:pt idx="2811">
                  <c:v>348968.5201215612</c:v>
                </c:pt>
                <c:pt idx="2812">
                  <c:v>349082.92131275363</c:v>
                </c:pt>
                <c:pt idx="2813">
                  <c:v>349197.3225039461</c:v>
                </c:pt>
                <c:pt idx="2814">
                  <c:v>349311.7236951385</c:v>
                </c:pt>
                <c:pt idx="2815">
                  <c:v>349426.124886331</c:v>
                </c:pt>
                <c:pt idx="2816">
                  <c:v>349540.5260775234</c:v>
                </c:pt>
                <c:pt idx="2817">
                  <c:v>349654.92726871587</c:v>
                </c:pt>
                <c:pt idx="2818">
                  <c:v>349769.3284599083</c:v>
                </c:pt>
                <c:pt idx="2819">
                  <c:v>349883.72965110076</c:v>
                </c:pt>
                <c:pt idx="2820">
                  <c:v>349998.1308422932</c:v>
                </c:pt>
                <c:pt idx="2821">
                  <c:v>350112.53203348565</c:v>
                </c:pt>
                <c:pt idx="2822">
                  <c:v>350226.9332246781</c:v>
                </c:pt>
                <c:pt idx="2823">
                  <c:v>350341.33441587054</c:v>
                </c:pt>
                <c:pt idx="2824">
                  <c:v>350455.735607063</c:v>
                </c:pt>
                <c:pt idx="2825">
                  <c:v>350570.13679825544</c:v>
                </c:pt>
                <c:pt idx="2826">
                  <c:v>350684.9125887088</c:v>
                </c:pt>
                <c:pt idx="2827">
                  <c:v>350799.2447995846</c:v>
                </c:pt>
                <c:pt idx="2828">
                  <c:v>350913.57701046043</c:v>
                </c:pt>
                <c:pt idx="2829">
                  <c:v>351027.90922133625</c:v>
                </c:pt>
                <c:pt idx="2830">
                  <c:v>351142.24143221206</c:v>
                </c:pt>
                <c:pt idx="2831">
                  <c:v>351256.5736430879</c:v>
                </c:pt>
                <c:pt idx="2832">
                  <c:v>351370.9058539637</c:v>
                </c:pt>
                <c:pt idx="2833">
                  <c:v>351485.2380648395</c:v>
                </c:pt>
                <c:pt idx="2834">
                  <c:v>351599.5702757153</c:v>
                </c:pt>
                <c:pt idx="2835">
                  <c:v>351713.90248659113</c:v>
                </c:pt>
                <c:pt idx="2836">
                  <c:v>351828.23469746695</c:v>
                </c:pt>
                <c:pt idx="2837">
                  <c:v>351942.56690834276</c:v>
                </c:pt>
                <c:pt idx="2838">
                  <c:v>352056.8991192186</c:v>
                </c:pt>
                <c:pt idx="2839">
                  <c:v>352171.2313300944</c:v>
                </c:pt>
                <c:pt idx="2840">
                  <c:v>352285.5635409702</c:v>
                </c:pt>
                <c:pt idx="2841">
                  <c:v>352399.895751846</c:v>
                </c:pt>
                <c:pt idx="2842">
                  <c:v>352514.22796272184</c:v>
                </c:pt>
                <c:pt idx="2843">
                  <c:v>352628.56017359765</c:v>
                </c:pt>
                <c:pt idx="2844">
                  <c:v>352742.89238447347</c:v>
                </c:pt>
                <c:pt idx="2845">
                  <c:v>352857.2245953493</c:v>
                </c:pt>
                <c:pt idx="2846">
                  <c:v>352971.5568062251</c:v>
                </c:pt>
                <c:pt idx="2847">
                  <c:v>353085.8890171009</c:v>
                </c:pt>
                <c:pt idx="2848">
                  <c:v>353200.2212279767</c:v>
                </c:pt>
                <c:pt idx="2849">
                  <c:v>353314.55343885254</c:v>
                </c:pt>
                <c:pt idx="2850">
                  <c:v>353428.88564972836</c:v>
                </c:pt>
                <c:pt idx="2851">
                  <c:v>353543.21786060417</c:v>
                </c:pt>
                <c:pt idx="2852">
                  <c:v>353657.55007148</c:v>
                </c:pt>
                <c:pt idx="2853">
                  <c:v>353771.8822823558</c:v>
                </c:pt>
                <c:pt idx="2854">
                  <c:v>353886.2144932316</c:v>
                </c:pt>
                <c:pt idx="2855">
                  <c:v>354000.54670410743</c:v>
                </c:pt>
                <c:pt idx="2856">
                  <c:v>354114.87891498324</c:v>
                </c:pt>
                <c:pt idx="2857">
                  <c:v>354229.21112585906</c:v>
                </c:pt>
                <c:pt idx="2858">
                  <c:v>354343.5433367349</c:v>
                </c:pt>
                <c:pt idx="2859">
                  <c:v>354458.9927622043</c:v>
                </c:pt>
                <c:pt idx="2860">
                  <c:v>354573.8231256774</c:v>
                </c:pt>
                <c:pt idx="2861">
                  <c:v>354688.6534891505</c:v>
                </c:pt>
                <c:pt idx="2862">
                  <c:v>354803.4838526236</c:v>
                </c:pt>
                <c:pt idx="2863">
                  <c:v>354918.3142160967</c:v>
                </c:pt>
                <c:pt idx="2864">
                  <c:v>355032.4982608892</c:v>
                </c:pt>
                <c:pt idx="2865">
                  <c:v>355146.6823056817</c:v>
                </c:pt>
                <c:pt idx="2866">
                  <c:v>355260.8663504742</c:v>
                </c:pt>
                <c:pt idx="2867">
                  <c:v>355375.0503952667</c:v>
                </c:pt>
                <c:pt idx="2868">
                  <c:v>355488.28947363613</c:v>
                </c:pt>
                <c:pt idx="2869">
                  <c:v>355600.74584322947</c:v>
                </c:pt>
                <c:pt idx="2870">
                  <c:v>355713.2022128228</c:v>
                </c:pt>
                <c:pt idx="2871">
                  <c:v>355831.0830883865</c:v>
                </c:pt>
                <c:pt idx="2872">
                  <c:v>355948.9639639502</c:v>
                </c:pt>
                <c:pt idx="2873">
                  <c:v>356066.84483951394</c:v>
                </c:pt>
                <c:pt idx="2874">
                  <c:v>356184.72571507766</c:v>
                </c:pt>
                <c:pt idx="2875">
                  <c:v>356301.2075334446</c:v>
                </c:pt>
                <c:pt idx="2876">
                  <c:v>356417.6893518116</c:v>
                </c:pt>
                <c:pt idx="2877">
                  <c:v>356534.17117017857</c:v>
                </c:pt>
                <c:pt idx="2878">
                  <c:v>356651.55010449985</c:v>
                </c:pt>
                <c:pt idx="2879">
                  <c:v>356768.92903882114</c:v>
                </c:pt>
                <c:pt idx="2880">
                  <c:v>356886.3079731424</c:v>
                </c:pt>
                <c:pt idx="2881">
                  <c:v>357003.6869074637</c:v>
                </c:pt>
                <c:pt idx="2882">
                  <c:v>357121.065841785</c:v>
                </c:pt>
                <c:pt idx="2883">
                  <c:v>357238.4447761063</c:v>
                </c:pt>
                <c:pt idx="2884">
                  <c:v>357355.82371042756</c:v>
                </c:pt>
                <c:pt idx="2885">
                  <c:v>357473.20264474885</c:v>
                </c:pt>
                <c:pt idx="2886">
                  <c:v>357590.58157907013</c:v>
                </c:pt>
                <c:pt idx="2887">
                  <c:v>357707.9605133914</c:v>
                </c:pt>
                <c:pt idx="2888">
                  <c:v>357825.3394477127</c:v>
                </c:pt>
                <c:pt idx="2889">
                  <c:v>357942.718382034</c:v>
                </c:pt>
                <c:pt idx="2890">
                  <c:v>358060.09731635527</c:v>
                </c:pt>
                <c:pt idx="2891">
                  <c:v>358177.47625067655</c:v>
                </c:pt>
                <c:pt idx="2892">
                  <c:v>358295.195322278</c:v>
                </c:pt>
                <c:pt idx="2893">
                  <c:v>358412.9143938795</c:v>
                </c:pt>
                <c:pt idx="2894">
                  <c:v>358529.67976240517</c:v>
                </c:pt>
                <c:pt idx="2895">
                  <c:v>358646.44513093086</c:v>
                </c:pt>
                <c:pt idx="2896">
                  <c:v>358763.21049945656</c:v>
                </c:pt>
                <c:pt idx="2897">
                  <c:v>358879.97586798226</c:v>
                </c:pt>
                <c:pt idx="2898">
                  <c:v>358996.74123650795</c:v>
                </c:pt>
                <c:pt idx="2899">
                  <c:v>359112.83780413086</c:v>
                </c:pt>
                <c:pt idx="2900">
                  <c:v>359230.40263890545</c:v>
                </c:pt>
                <c:pt idx="2901">
                  <c:v>359347.96747368004</c:v>
                </c:pt>
                <c:pt idx="2902">
                  <c:v>359465.5323084546</c:v>
                </c:pt>
                <c:pt idx="2903">
                  <c:v>359583.0971432292</c:v>
                </c:pt>
                <c:pt idx="2904">
                  <c:v>359700.6619780038</c:v>
                </c:pt>
                <c:pt idx="2905">
                  <c:v>359818.2268127784</c:v>
                </c:pt>
                <c:pt idx="2906">
                  <c:v>359935.791647553</c:v>
                </c:pt>
                <c:pt idx="2907">
                  <c:v>360053.35648232757</c:v>
                </c:pt>
                <c:pt idx="2908">
                  <c:v>360170.92131710215</c:v>
                </c:pt>
                <c:pt idx="2909">
                  <c:v>360288.48615187674</c:v>
                </c:pt>
                <c:pt idx="2910">
                  <c:v>360407.0118464794</c:v>
                </c:pt>
                <c:pt idx="2911">
                  <c:v>360525.3526310216</c:v>
                </c:pt>
                <c:pt idx="2912">
                  <c:v>360643.6934155638</c:v>
                </c:pt>
                <c:pt idx="2913">
                  <c:v>360762.034200106</c:v>
                </c:pt>
                <c:pt idx="2914">
                  <c:v>360880.3749846482</c:v>
                </c:pt>
                <c:pt idx="2915">
                  <c:v>360998.7157691904</c:v>
                </c:pt>
                <c:pt idx="2916">
                  <c:v>361119.68610042357</c:v>
                </c:pt>
                <c:pt idx="2917">
                  <c:v>361240.65643165674</c:v>
                </c:pt>
                <c:pt idx="2918">
                  <c:v>361361.6267628899</c:v>
                </c:pt>
                <c:pt idx="2919">
                  <c:v>361482.5970941231</c:v>
                </c:pt>
                <c:pt idx="2920">
                  <c:v>361603.56742535625</c:v>
                </c:pt>
                <c:pt idx="2921">
                  <c:v>361724.5377565894</c:v>
                </c:pt>
                <c:pt idx="2922">
                  <c:v>361845.5080878226</c:v>
                </c:pt>
                <c:pt idx="2923">
                  <c:v>361966.47841905575</c:v>
                </c:pt>
                <c:pt idx="2924">
                  <c:v>362087.4487502889</c:v>
                </c:pt>
                <c:pt idx="2925">
                  <c:v>362208.4190815221</c:v>
                </c:pt>
                <c:pt idx="2926">
                  <c:v>362329.38941275526</c:v>
                </c:pt>
                <c:pt idx="2927">
                  <c:v>362450.35974398843</c:v>
                </c:pt>
                <c:pt idx="2928">
                  <c:v>362571.3300752216</c:v>
                </c:pt>
                <c:pt idx="2929">
                  <c:v>362692.3004064548</c:v>
                </c:pt>
                <c:pt idx="2930">
                  <c:v>362813.27073768794</c:v>
                </c:pt>
                <c:pt idx="2931">
                  <c:v>362934.2410689211</c:v>
                </c:pt>
                <c:pt idx="2932">
                  <c:v>363055.2114001543</c:v>
                </c:pt>
                <c:pt idx="2933">
                  <c:v>363176.18173138745</c:v>
                </c:pt>
                <c:pt idx="2934">
                  <c:v>363297.1520626206</c:v>
                </c:pt>
                <c:pt idx="2935">
                  <c:v>363418.1223938538</c:v>
                </c:pt>
                <c:pt idx="2936">
                  <c:v>363539.09272508696</c:v>
                </c:pt>
                <c:pt idx="2937">
                  <c:v>363660.0630563201</c:v>
                </c:pt>
                <c:pt idx="2938">
                  <c:v>363781.0333875533</c:v>
                </c:pt>
                <c:pt idx="2939">
                  <c:v>363902.00371878647</c:v>
                </c:pt>
                <c:pt idx="2940">
                  <c:v>364022.97405001963</c:v>
                </c:pt>
                <c:pt idx="2941">
                  <c:v>364143.9443812528</c:v>
                </c:pt>
                <c:pt idx="2942">
                  <c:v>364264.914712486</c:v>
                </c:pt>
                <c:pt idx="2943">
                  <c:v>364384.8870541175</c:v>
                </c:pt>
                <c:pt idx="2944">
                  <c:v>364504.85939574905</c:v>
                </c:pt>
                <c:pt idx="2945">
                  <c:v>364624.8317373806</c:v>
                </c:pt>
                <c:pt idx="2946">
                  <c:v>364744.80407901213</c:v>
                </c:pt>
                <c:pt idx="2947">
                  <c:v>364864.77642064367</c:v>
                </c:pt>
                <c:pt idx="2948">
                  <c:v>364984.7487622752</c:v>
                </c:pt>
                <c:pt idx="2949">
                  <c:v>365104.72110390675</c:v>
                </c:pt>
                <c:pt idx="2950">
                  <c:v>365224.6934455383</c:v>
                </c:pt>
                <c:pt idx="2951">
                  <c:v>365344.6657871698</c:v>
                </c:pt>
                <c:pt idx="2952">
                  <c:v>365464.63812880137</c:v>
                </c:pt>
                <c:pt idx="2953">
                  <c:v>365584.6104704329</c:v>
                </c:pt>
                <c:pt idx="2954">
                  <c:v>365704.58281206444</c:v>
                </c:pt>
                <c:pt idx="2955">
                  <c:v>365824.555153696</c:v>
                </c:pt>
                <c:pt idx="2956">
                  <c:v>365944.5274953275</c:v>
                </c:pt>
                <c:pt idx="2957">
                  <c:v>366064.49983695906</c:v>
                </c:pt>
                <c:pt idx="2958">
                  <c:v>366184.4721785906</c:v>
                </c:pt>
                <c:pt idx="2959">
                  <c:v>366302.6220761569</c:v>
                </c:pt>
                <c:pt idx="2960">
                  <c:v>366420.7719737232</c:v>
                </c:pt>
                <c:pt idx="2961">
                  <c:v>366538.9218712895</c:v>
                </c:pt>
                <c:pt idx="2962">
                  <c:v>366657.0717688558</c:v>
                </c:pt>
                <c:pt idx="2963">
                  <c:v>366775.3501492201</c:v>
                </c:pt>
                <c:pt idx="2964">
                  <c:v>366893.6285295844</c:v>
                </c:pt>
                <c:pt idx="2965">
                  <c:v>367011.9069099487</c:v>
                </c:pt>
                <c:pt idx="2966">
                  <c:v>367129.0095847963</c:v>
                </c:pt>
                <c:pt idx="2967">
                  <c:v>367246.11225964397</c:v>
                </c:pt>
                <c:pt idx="2968">
                  <c:v>367361.05697426345</c:v>
                </c:pt>
                <c:pt idx="2969">
                  <c:v>367476.00168888294</c:v>
                </c:pt>
                <c:pt idx="2970">
                  <c:v>367590.9464035024</c:v>
                </c:pt>
                <c:pt idx="2971">
                  <c:v>367705.8911181219</c:v>
                </c:pt>
                <c:pt idx="2972">
                  <c:v>367820.8358327414</c:v>
                </c:pt>
                <c:pt idx="2973">
                  <c:v>367935.532902347</c:v>
                </c:pt>
                <c:pt idx="2974">
                  <c:v>368052.9323763684</c:v>
                </c:pt>
                <c:pt idx="2975">
                  <c:v>368170.3318503898</c:v>
                </c:pt>
                <c:pt idx="2976">
                  <c:v>368287.7313244112</c:v>
                </c:pt>
                <c:pt idx="2977">
                  <c:v>368405.13079843257</c:v>
                </c:pt>
                <c:pt idx="2978">
                  <c:v>368522.53027245397</c:v>
                </c:pt>
                <c:pt idx="2979">
                  <c:v>368639.92974647536</c:v>
                </c:pt>
                <c:pt idx="2980">
                  <c:v>368757.32922049676</c:v>
                </c:pt>
                <c:pt idx="2981">
                  <c:v>368874.72869451815</c:v>
                </c:pt>
                <c:pt idx="2982">
                  <c:v>368992.12816853955</c:v>
                </c:pt>
                <c:pt idx="2983">
                  <c:v>369109.52764256095</c:v>
                </c:pt>
                <c:pt idx="2984">
                  <c:v>369226.92711658234</c:v>
                </c:pt>
                <c:pt idx="2985">
                  <c:v>369344.32659060374</c:v>
                </c:pt>
                <c:pt idx="2986">
                  <c:v>369461.72606462514</c:v>
                </c:pt>
                <c:pt idx="2987">
                  <c:v>369579.12553864653</c:v>
                </c:pt>
                <c:pt idx="2988">
                  <c:v>369696.52501266793</c:v>
                </c:pt>
                <c:pt idx="2989">
                  <c:v>369813.9244866893</c:v>
                </c:pt>
                <c:pt idx="2990">
                  <c:v>369931.3239607107</c:v>
                </c:pt>
                <c:pt idx="2991">
                  <c:v>370048.7234347321</c:v>
                </c:pt>
                <c:pt idx="2992">
                  <c:v>370166.1229087535</c:v>
                </c:pt>
                <c:pt idx="2993">
                  <c:v>370283.5223827749</c:v>
                </c:pt>
                <c:pt idx="2994">
                  <c:v>370400.9218567963</c:v>
                </c:pt>
                <c:pt idx="2995">
                  <c:v>370518.3213308177</c:v>
                </c:pt>
                <c:pt idx="2996">
                  <c:v>370635.7208048391</c:v>
                </c:pt>
                <c:pt idx="2997">
                  <c:v>370753.1202788605</c:v>
                </c:pt>
                <c:pt idx="2998">
                  <c:v>370870.5197528819</c:v>
                </c:pt>
                <c:pt idx="2999">
                  <c:v>370987.9192269033</c:v>
                </c:pt>
                <c:pt idx="3000">
                  <c:v>371105.3187009247</c:v>
                </c:pt>
                <c:pt idx="3001">
                  <c:v>371222.7181749461</c:v>
                </c:pt>
                <c:pt idx="3002">
                  <c:v>371340.1176489675</c:v>
                </c:pt>
                <c:pt idx="3003">
                  <c:v>371457.5171229889</c:v>
                </c:pt>
                <c:pt idx="3004">
                  <c:v>371574.9165970103</c:v>
                </c:pt>
                <c:pt idx="3005">
                  <c:v>371692.3160710317</c:v>
                </c:pt>
                <c:pt idx="3006">
                  <c:v>371809.71554505307</c:v>
                </c:pt>
                <c:pt idx="3007">
                  <c:v>371927.11501907447</c:v>
                </c:pt>
                <c:pt idx="3008">
                  <c:v>372044.51449309586</c:v>
                </c:pt>
                <c:pt idx="3009">
                  <c:v>372161.91396711726</c:v>
                </c:pt>
                <c:pt idx="3010">
                  <c:v>372279.31344113866</c:v>
                </c:pt>
                <c:pt idx="3011">
                  <c:v>372396.71291516005</c:v>
                </c:pt>
                <c:pt idx="3012">
                  <c:v>372514.11238918145</c:v>
                </c:pt>
                <c:pt idx="3013">
                  <c:v>372631.51186320285</c:v>
                </c:pt>
                <c:pt idx="3014">
                  <c:v>372748.91133722424</c:v>
                </c:pt>
                <c:pt idx="3015">
                  <c:v>372866.31081124564</c:v>
                </c:pt>
                <c:pt idx="3016">
                  <c:v>372983.71028526704</c:v>
                </c:pt>
                <c:pt idx="3017">
                  <c:v>373101.10975928843</c:v>
                </c:pt>
                <c:pt idx="3018">
                  <c:v>373218.50923330983</c:v>
                </c:pt>
                <c:pt idx="3019">
                  <c:v>373335.9087073312</c:v>
                </c:pt>
                <c:pt idx="3020">
                  <c:v>373453.3081813526</c:v>
                </c:pt>
                <c:pt idx="3021">
                  <c:v>373570.707655374</c:v>
                </c:pt>
                <c:pt idx="3022">
                  <c:v>373688.1071293954</c:v>
                </c:pt>
                <c:pt idx="3023">
                  <c:v>373805.5066034168</c:v>
                </c:pt>
                <c:pt idx="3024">
                  <c:v>373922.9060774382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2118791784"/>
        <c:crosses val="autoZero"/>
      </c:valAx>
      <c:spPr>
        <a:solidFill>
          <a:srgbClr val="161B22"/>
        </a:solidFill>
      </c:spPr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E6EDF3"/>
                </a:solidFill>
              </a:rPr>
              <a:t>Congressional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88BFD"/>
                </a:solidFill>
              </a:rPr>
              <a:t>Do Congress Members Beat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7D8590"/>
                </a:solidFill>
              </a:rPr>
              <a:t>Machine Learning on STOCK Act Disclosures  ·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02920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120640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15,117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58064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 Purchases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502920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5120640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58064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5029200"/>
            <a:ext cx="26517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120640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3,025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8064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Test Set Trades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How We Measure Performance: CAR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CAR = stock return minus the market benchmark over the same period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Positive CAR → stock outperformed the market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Negative CAR → stock underperformed the market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We use realized_car_hybrid as the primary metric: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  → actual buy-to-sell return if position closed within 12 months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  → 12-month fixed-window CAR otherwise (no sell recorded)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Congress members must disclose trades within 45 days (STOCK Act)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CAR window starts the day after the disclosure filing date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188720"/>
          <a:ext cx="53035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0" y="5029200"/>
            <a:ext cx="53035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883E"/>
                </a:solidFill>
              </a:rPr>
              <a:t>A positive CAR means the politician's trade
beatthe market — not just made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6035040" cy="868680"/>
          </a:xfrm>
          <a:prstGeom prst="rect">
            <a:avLst/>
          </a:prstGeom>
          <a:solidFill>
            <a:srgbClr val="EFF3FB"/>
          </a:solidFill>
          <a:ln w="12700">
            <a:solidFill>
              <a:srgbClr val="4472C4"/>
            </a:solidFill>
          </a:ln>
        </p:spPr>
        <p:txBody>
          <a:bodyPr wrap="square" lIns="91440" rIns="91440" tIns="73152" bIns="73152">
            <a:spAutoFit/>
          </a:bodyPr>
          <a:lstStyle/>
          <a:p>
            <a:pPr algn="ctr"/>
            <a:r>
              <a:rPr sz="900" b="1">
                <a:solidFill>
                  <a:srgbClr val="4472C4"/>
                </a:solidFill>
              </a:rPr>
              <a:t>CAR Formula</a:t>
            </a:r>
          </a:p>
          <a:p>
            <a:pPr algn="ctr"/>
            <a:r>
              <a:rPr sz="1200" b="1">
                <a:solidFill>
                  <a:srgbClr val="1F1F1F"/>
                </a:solidFill>
              </a:rPr>
              <a:t>CAR(t₁, t₂)  =  Σ  [ R_stock(t)  −  R_benchmark(t) ]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summed daily from t₁ (day after disclosure) to t₂ (sell date or +12 months)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Most Congressional Purchases Underperform 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6806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5943600"/>
            <a:ext cx="1133856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883E"/>
                </a:solidFill>
              </a:rPr>
              <a:t>Median CAR is -0.005  (-0.5%)  ·  only 48.5% of purchases beat the market
Green = positive return  ·  Red = negative  ·  Orange line = median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Who Consistently Beats — and Loses to — the Market?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" y="1051560"/>
          <a:ext cx="42976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26280" y="1051560"/>
          <a:ext cx="42976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823960" y="1051560"/>
          <a:ext cx="3200400" cy="4754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989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Based on 101 politicians with ≥ 20 disclosed purchases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Bar color: green = positive median CAR, red = negative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Dashed line = overall average win rate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Pie counts politicians by whether their personal win rate is above or below 50%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Performance Over Time: Macro Events Drive Positive 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11612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Past Skill is the Strongest Predictor of Future Outperformance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5715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051560"/>
          <a:ext cx="57150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486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Quintile 5 (highest past hit rate / CAR) consistently shows higher future positive rate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The monotonic pattern from Q1→Q5 confirms these are genuine skill signals, not noise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This is computed with a 12-month look-ahead gap — no data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Committee Membership Shows Selective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116128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486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Orange bars (flag = 1) above blue bars = being on that committee lifts positive rate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Committee Chair and Majority Party flags show the clearest structural edges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Lobbied (90d): companies with active lobbying disclosure tend to be large-caps with higher visibility — not direct insider signal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Mean CAR Turns Positive Only at High Confidence (≥ 85%)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8686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1097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D8590"/>
                </a:solidFill>
              </a:rPr>
              <a:t>Confusion matrix @ 0.60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52560" y="1508760"/>
          <a:ext cx="292607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910"/>
                <a:gridCol w="907084"/>
                <a:gridCol w="907084"/>
              </a:tblGrid>
              <a:tr h="1066800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No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Beat mkt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</a:tr>
              <a:tr h="106680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No beat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TN = 1,097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FP = 581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106680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Beat mkt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FN = 845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TP = 502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577840"/>
            <a:ext cx="86868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B950"/>
                </a:solidFill>
              </a:rPr>
              <a:t>Threshold 0.85 → 53% win rate  ·  median CAR +0.67%  ·  249 trades  ·  53.0%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50292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0.60: 46.4% precision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0.85: 53.0% precision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Bars = N trades (green if CAR &gt; 0)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Line = mean CAR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The Model: What Drives the Predictions?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84124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778240" y="109728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Model Setup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Algorithm: XGBoost binary classifier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Split: 80/20 chronological (no random shuffle)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Train cutoff: Dec 2022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Train: 12,092  |  Test: 3,025 trades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31 features: skill, stock, committee, lobbying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Grid search over depth, LR, estimators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Test precision @ 0.60: 46.4%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5577840"/>
            <a:ext cx="3200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883E"/>
                </a:solidFill>
              </a:rPr>
              <a:t>Politician skill signals dominate over
stock-level or committee signals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$100 per Trade: Model vs Naive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11612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44068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Model: $108,300 invested in 1,083 flagged trades (36% of test set)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Naive: $302,500 invested across all 3,025 test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SPY: $100 invested on each trade date, 12-month forward return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No transaction costs, slippage, or position limits assumed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Conclusions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FB950"/>
                </a:solidFill>
              </a:rPr>
              <a:t>Key Findings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Most trades underperform: only 48.5% of purchases beat the market on average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Past politician skill (hit rate, mean CAR) is the strongest predictor — consistent with persistent trading skill rather than luck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Committee membership has selective lift, most pronounced for Chair and Majority Party roles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XGBoost reaches 46.4% precision at threshold 0.60, vs ~50% random baseline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Dollar simulation shows meaningful cumulative lift for model-selected trades over the test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972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85149"/>
                </a:solidFill>
              </a:rPr>
              <a:t>Caveats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No transaction costs or market impact modelled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Test set is a single holdout period — results may not generalise across regimes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Skill signals are backward-looking: politicians who traded well in the past are not guaranteed to continue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STOCK Act disclosure lag (up to 45 days) means the market may have already moved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6EDF3"/>
                </a:solidFill>
              </a:rPr>
              <a:t>▸  Dataset covers disclosed trades only — undisclosed activity is not captured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623560"/>
            <a:ext cx="11338560" cy="1051560"/>
          </a:xfrm>
          <a:prstGeom prst="rect">
            <a:avLst/>
          </a:prstGeom>
          <a:solidFill>
            <a:srgbClr val="161B22"/>
          </a:solidFill>
          <a:ln w="1905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88BFD"/>
                </a:solidFill>
              </a:rPr>
              <a:t>Next steps: forward testing on live disclosures  ·  add alternative data (insider filings, options flow)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8590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39,334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19,096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Purchases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15,117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6517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138160"/>
              </a:tblGrid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Date range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2012-09-13 – 2026-01-30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Transaction types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Purchase / Sale / Sale (Full) / Sale (Partial) / Exchange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Unique tickers (purchases)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2,209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Parties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 / R / 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Chambers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Representatives / Senate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Target variable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realized_car_hybrid &gt; 0 (binary)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CAR windows available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1m / 3m / 6m / 9m / 12m + realized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Train / test split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80% / 20%  chronological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